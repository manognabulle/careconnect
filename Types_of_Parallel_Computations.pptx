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02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356" r:id="rId12"/>
    <p:sldId id="368" r:id="rId13"/>
    <p:sldId id="357" r:id="rId14"/>
    <p:sldId id="263" r:id="rId15"/>
    <p:sldId id="264" r:id="rId16"/>
    <p:sldId id="265" r:id="rId17"/>
    <p:sldId id="266" r:id="rId18"/>
    <p:sldId id="267" r:id="rId19"/>
    <p:sldId id="358" r:id="rId20"/>
    <p:sldId id="269" r:id="rId21"/>
    <p:sldId id="270" r:id="rId22"/>
    <p:sldId id="268" r:id="rId23"/>
    <p:sldId id="271" r:id="rId24"/>
    <p:sldId id="272" r:id="rId25"/>
    <p:sldId id="273" r:id="rId26"/>
    <p:sldId id="274" r:id="rId27"/>
    <p:sldId id="275" r:id="rId28"/>
    <p:sldId id="276" r:id="rId29"/>
    <p:sldId id="355" r:id="rId30"/>
    <p:sldId id="277" r:id="rId31"/>
    <p:sldId id="278" r:id="rId32"/>
    <p:sldId id="279" r:id="rId33"/>
    <p:sldId id="280" r:id="rId34"/>
    <p:sldId id="282" r:id="rId35"/>
    <p:sldId id="283" r:id="rId36"/>
    <p:sldId id="359" r:id="rId37"/>
    <p:sldId id="284" r:id="rId38"/>
    <p:sldId id="360" r:id="rId39"/>
    <p:sldId id="285" r:id="rId40"/>
    <p:sldId id="287" r:id="rId41"/>
    <p:sldId id="288" r:id="rId42"/>
    <p:sldId id="361" r:id="rId43"/>
    <p:sldId id="289" r:id="rId44"/>
    <p:sldId id="290" r:id="rId45"/>
    <p:sldId id="291" r:id="rId46"/>
    <p:sldId id="292" r:id="rId47"/>
    <p:sldId id="293" r:id="rId48"/>
    <p:sldId id="294" r:id="rId49"/>
    <p:sldId id="295" r:id="rId50"/>
    <p:sldId id="296" r:id="rId51"/>
    <p:sldId id="297" r:id="rId52"/>
    <p:sldId id="299" r:id="rId53"/>
    <p:sldId id="298" r:id="rId54"/>
    <p:sldId id="300" r:id="rId55"/>
    <p:sldId id="302" r:id="rId56"/>
    <p:sldId id="303" r:id="rId57"/>
    <p:sldId id="309" r:id="rId58"/>
    <p:sldId id="305" r:id="rId59"/>
    <p:sldId id="363" r:id="rId60"/>
    <p:sldId id="307" r:id="rId61"/>
    <p:sldId id="306" r:id="rId62"/>
    <p:sldId id="308" r:id="rId63"/>
    <p:sldId id="320" r:id="rId64"/>
    <p:sldId id="364" r:id="rId65"/>
    <p:sldId id="321" r:id="rId66"/>
    <p:sldId id="322" r:id="rId67"/>
    <p:sldId id="323" r:id="rId68"/>
    <p:sldId id="324" r:id="rId69"/>
    <p:sldId id="325" r:id="rId70"/>
    <p:sldId id="326" r:id="rId71"/>
    <p:sldId id="362" r:id="rId72"/>
    <p:sldId id="365" r:id="rId73"/>
    <p:sldId id="327" r:id="rId74"/>
    <p:sldId id="328" r:id="rId75"/>
    <p:sldId id="329" r:id="rId76"/>
    <p:sldId id="330" r:id="rId77"/>
    <p:sldId id="331" r:id="rId78"/>
    <p:sldId id="332" r:id="rId79"/>
    <p:sldId id="333" r:id="rId80"/>
    <p:sldId id="334" r:id="rId81"/>
    <p:sldId id="335" r:id="rId82"/>
    <p:sldId id="336" r:id="rId83"/>
    <p:sldId id="337" r:id="rId84"/>
    <p:sldId id="338" r:id="rId85"/>
    <p:sldId id="339" r:id="rId86"/>
    <p:sldId id="340" r:id="rId87"/>
    <p:sldId id="341" r:id="rId88"/>
    <p:sldId id="342" r:id="rId89"/>
    <p:sldId id="343" r:id="rId90"/>
    <p:sldId id="344" r:id="rId91"/>
    <p:sldId id="345" r:id="rId92"/>
    <p:sldId id="366" r:id="rId93"/>
    <p:sldId id="367" r:id="rId94"/>
    <p:sldId id="346" r:id="rId95"/>
    <p:sldId id="347" r:id="rId96"/>
    <p:sldId id="350" r:id="rId97"/>
    <p:sldId id="351" r:id="rId98"/>
    <p:sldId id="352" r:id="rId99"/>
    <p:sldId id="353" r:id="rId100"/>
    <p:sldId id="354" r:id="rId10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EEAEA86-2C45-775A-F568-BCB6ED43865A}" v="2" dt="2026-04-26T10:03:23.6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16" Type="http://schemas.openxmlformats.org/officeDocument/2006/relationships/slide" Target="slides/slide12.xml"/><Relationship Id="rId107" Type="http://schemas.microsoft.com/office/2016/11/relationships/changesInfo" Target="changesInfos/changesInfo1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102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slide" Target="slides/slide91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presProps" Target="presProps.xml"/><Relationship Id="rId108" Type="http://schemas.microsoft.com/office/2015/10/relationships/revisionInfo" Target="revisionInfo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91" Type="http://schemas.openxmlformats.org/officeDocument/2006/relationships/slide" Target="slides/slide87.xml"/><Relationship Id="rId96" Type="http://schemas.openxmlformats.org/officeDocument/2006/relationships/slide" Target="slides/slide9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6" Type="http://schemas.openxmlformats.org/officeDocument/2006/relationships/tableStyles" Target="tableStyle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slide" Target="slides/slide9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04" Type="http://schemas.openxmlformats.org/officeDocument/2006/relationships/viewProps" Target="viewProps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105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3" Type="http://schemas.openxmlformats.org/officeDocument/2006/relationships/customXml" Target="../customXml/item3.xml"/><Relationship Id="rId25" Type="http://schemas.openxmlformats.org/officeDocument/2006/relationships/slide" Target="slides/slide21.xml"/><Relationship Id="rId46" Type="http://schemas.openxmlformats.org/officeDocument/2006/relationships/slide" Target="slides/slide42.xml"/><Relationship Id="rId67" Type="http://schemas.openxmlformats.org/officeDocument/2006/relationships/slide" Target="slides/slide6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tenantanon#ebbbcd62-c0a9-46ff-a92c-5f2300087164::" providerId="AD" clId="Web-{2DAEE1CF-EA6E-5EEB-617A-3382C17F1BEF}"/>
    <pc:docChg chg="modSld">
      <pc:chgData name="Guest User" userId="S::urn:spo:tenantanon#ebbbcd62-c0a9-46ff-a92c-5f2300087164::" providerId="AD" clId="Web-{2DAEE1CF-EA6E-5EEB-617A-3382C17F1BEF}" dt="2026-04-07T19:57:29.767" v="1" actId="1076"/>
      <pc:docMkLst>
        <pc:docMk/>
      </pc:docMkLst>
      <pc:sldChg chg="modSp">
        <pc:chgData name="Guest User" userId="S::urn:spo:tenantanon#ebbbcd62-c0a9-46ff-a92c-5f2300087164::" providerId="AD" clId="Web-{2DAEE1CF-EA6E-5EEB-617A-3382C17F1BEF}" dt="2026-04-07T19:57:29.767" v="1" actId="1076"/>
        <pc:sldMkLst>
          <pc:docMk/>
          <pc:sldMk cId="0" sldId="289"/>
        </pc:sldMkLst>
        <pc:picChg chg="mod">
          <ac:chgData name="Guest User" userId="S::urn:spo:tenantanon#ebbbcd62-c0a9-46ff-a92c-5f2300087164::" providerId="AD" clId="Web-{2DAEE1CF-EA6E-5EEB-617A-3382C17F1BEF}" dt="2026-04-07T19:57:29.767" v="1" actId="1076"/>
          <ac:picMkLst>
            <pc:docMk/>
            <pc:sldMk cId="0" sldId="289"/>
            <ac:picMk id="1027" creationId="{00000000-0000-0000-0000-000000000000}"/>
          </ac:picMkLst>
        </pc:picChg>
      </pc:sldChg>
    </pc:docChg>
  </pc:docChgLst>
  <pc:docChgLst>
    <pc:chgData name="Krishna Manasa Patiballa-[BL.EN.U4CSE23025]" userId="S::bl.en.u4cse23025@bl.students.amrita.edu::b6b81e8a-4df8-45f5-a448-70567e6c6ef0" providerId="AD" clId="Web-{330E0657-18E8-AE6F-DD8E-C72E4B43D034}"/>
    <pc:docChg chg="modSld">
      <pc:chgData name="Krishna Manasa Patiballa-[BL.EN.U4CSE23025]" userId="S::bl.en.u4cse23025@bl.students.amrita.edu::b6b81e8a-4df8-45f5-a448-70567e6c6ef0" providerId="AD" clId="Web-{330E0657-18E8-AE6F-DD8E-C72E4B43D034}" dt="2026-04-08T06:28:19.170" v="0" actId="1076"/>
      <pc:docMkLst>
        <pc:docMk/>
      </pc:docMkLst>
      <pc:sldChg chg="modSp">
        <pc:chgData name="Krishna Manasa Patiballa-[BL.EN.U4CSE23025]" userId="S::bl.en.u4cse23025@bl.students.amrita.edu::b6b81e8a-4df8-45f5-a448-70567e6c6ef0" providerId="AD" clId="Web-{330E0657-18E8-AE6F-DD8E-C72E4B43D034}" dt="2026-04-08T06:28:19.170" v="0" actId="1076"/>
        <pc:sldMkLst>
          <pc:docMk/>
          <pc:sldMk cId="0" sldId="257"/>
        </pc:sldMkLst>
        <pc:spChg chg="mod">
          <ac:chgData name="Krishna Manasa Patiballa-[BL.EN.U4CSE23025]" userId="S::bl.en.u4cse23025@bl.students.amrita.edu::b6b81e8a-4df8-45f5-a448-70567e6c6ef0" providerId="AD" clId="Web-{330E0657-18E8-AE6F-DD8E-C72E4B43D034}" dt="2026-04-08T06:28:19.170" v="0" actId="1076"/>
          <ac:spMkLst>
            <pc:docMk/>
            <pc:sldMk cId="0" sldId="257"/>
            <ac:spMk id="2" creationId="{00000000-0000-0000-0000-000000000000}"/>
          </ac:spMkLst>
        </pc:spChg>
      </pc:sldChg>
    </pc:docChg>
  </pc:docChgLst>
  <pc:docChgLst>
    <pc:chgData name="Valluri Keerthi Ram-[BL.EN.U4CSE23061]" userId="1c5ba432-bb1c-4055-9eed-30260caaa6bf" providerId="ADAL" clId="{6FC60DBC-AD36-44EF-B808-CADA8E2B630B}"/>
    <pc:docChg chg="undo custSel modSld">
      <pc:chgData name="Valluri Keerthi Ram-[BL.EN.U4CSE23061]" userId="1c5ba432-bb1c-4055-9eed-30260caaa6bf" providerId="ADAL" clId="{6FC60DBC-AD36-44EF-B808-CADA8E2B630B}" dt="2026-04-07T13:18:42.322" v="5" actId="1076"/>
      <pc:docMkLst>
        <pc:docMk/>
      </pc:docMkLst>
      <pc:sldChg chg="modSp mod">
        <pc:chgData name="Valluri Keerthi Ram-[BL.EN.U4CSE23061]" userId="1c5ba432-bb1c-4055-9eed-30260caaa6bf" providerId="ADAL" clId="{6FC60DBC-AD36-44EF-B808-CADA8E2B630B}" dt="2026-04-07T13:18:42.322" v="5" actId="1076"/>
        <pc:sldMkLst>
          <pc:docMk/>
          <pc:sldMk cId="516217688" sldId="356"/>
        </pc:sldMkLst>
      </pc:sldChg>
    </pc:docChg>
  </pc:docChgLst>
  <pc:docChgLst>
    <pc:chgData name="Guest User" userId="S::urn:spo:tenantanon#ebbbcd62-c0a9-46ff-a92c-5f2300087164::" providerId="AD" clId="Web-{77206DC8-5262-FF04-DA3A-0A9621C16D43}"/>
    <pc:docChg chg="modSld">
      <pc:chgData name="Guest User" userId="S::urn:spo:tenantanon#ebbbcd62-c0a9-46ff-a92c-5f2300087164::" providerId="AD" clId="Web-{77206DC8-5262-FF04-DA3A-0A9621C16D43}" dt="2026-04-08T02:59:08.091" v="0"/>
      <pc:docMkLst>
        <pc:docMk/>
      </pc:docMkLst>
      <pc:sldChg chg="addSp delSp modSp">
        <pc:chgData name="Guest User" userId="S::urn:spo:tenantanon#ebbbcd62-c0a9-46ff-a92c-5f2300087164::" providerId="AD" clId="Web-{77206DC8-5262-FF04-DA3A-0A9621C16D43}" dt="2026-04-08T02:59:08.091" v="0"/>
        <pc:sldMkLst>
          <pc:docMk/>
          <pc:sldMk cId="3399893680" sldId="368"/>
        </pc:sldMkLst>
        <pc:graphicFrameChg chg="add mod ord modGraphic">
          <ac:chgData name="Guest User" userId="S::urn:spo:tenantanon#ebbbcd62-c0a9-46ff-a92c-5f2300087164::" providerId="AD" clId="Web-{77206DC8-5262-FF04-DA3A-0A9621C16D43}" dt="2026-04-08T02:59:08.091" v="0"/>
          <ac:graphicFrameMkLst>
            <pc:docMk/>
            <pc:sldMk cId="3399893680" sldId="368"/>
            <ac:graphicFrameMk id="5" creationId="{BBB1FCD8-6818-A789-A173-D8CBD8E285F7}"/>
          </ac:graphicFrameMkLst>
        </pc:graphicFrameChg>
      </pc:sldChg>
    </pc:docChg>
  </pc:docChgLst>
  <pc:docChgLst>
    <pc:chgData name="RISHABH LAL-[BL.EN.U4CSE23046]" userId="S::bl.en.u4cse23046@bl.students.amrita.edu::a0ad5c43-99d9-47a9-8023-05525a7519d8" providerId="AD" clId="Web-{E113A7C7-7FB0-BB57-283E-E9DE77119174}"/>
    <pc:docChg chg="modSld">
      <pc:chgData name="RISHABH LAL-[BL.EN.U4CSE23046]" userId="S::bl.en.u4cse23046@bl.students.amrita.edu::a0ad5c43-99d9-47a9-8023-05525a7519d8" providerId="AD" clId="Web-{E113A7C7-7FB0-BB57-283E-E9DE77119174}" dt="2026-04-07T17:36:04" v="1"/>
      <pc:docMkLst>
        <pc:docMk/>
      </pc:docMkLst>
      <pc:sldChg chg="addSp delSp">
        <pc:chgData name="RISHABH LAL-[BL.EN.U4CSE23046]" userId="S::bl.en.u4cse23046@bl.students.amrita.edu::a0ad5c43-99d9-47a9-8023-05525a7519d8" providerId="AD" clId="Web-{E113A7C7-7FB0-BB57-283E-E9DE77119174}" dt="2026-04-07T17:36:04" v="1"/>
        <pc:sldMkLst>
          <pc:docMk/>
          <pc:sldMk cId="516217688" sldId="356"/>
        </pc:sldMkLst>
      </pc:sldChg>
    </pc:docChg>
  </pc:docChgLst>
  <pc:docChgLst>
    <pc:chgData name="Himanshi Aggarwal-[BL.EN.U4CSE23015]" userId="S::bl.en.u4cse23015@bl.students.amrita.edu::ccf53793-9680-4a80-abb4-793814a3ed8b" providerId="AD" clId="Web-{AEEAEA86-2C45-775A-F568-BCB6ED43865A}"/>
    <pc:docChg chg="modSld">
      <pc:chgData name="Himanshi Aggarwal-[BL.EN.U4CSE23015]" userId="S::bl.en.u4cse23015@bl.students.amrita.edu::ccf53793-9680-4a80-abb4-793814a3ed8b" providerId="AD" clId="Web-{AEEAEA86-2C45-775A-F568-BCB6ED43865A}" dt="2026-04-26T10:03:23.602" v="1" actId="20577"/>
      <pc:docMkLst>
        <pc:docMk/>
      </pc:docMkLst>
      <pc:sldChg chg="modSp">
        <pc:chgData name="Himanshi Aggarwal-[BL.EN.U4CSE23015]" userId="S::bl.en.u4cse23015@bl.students.amrita.edu::ccf53793-9680-4a80-abb4-793814a3ed8b" providerId="AD" clId="Web-{AEEAEA86-2C45-775A-F568-BCB6ED43865A}" dt="2026-04-26T10:03:23.602" v="1" actId="20577"/>
        <pc:sldMkLst>
          <pc:docMk/>
          <pc:sldMk cId="0" sldId="257"/>
        </pc:sldMkLst>
        <pc:spChg chg="mod">
          <ac:chgData name="Himanshi Aggarwal-[BL.EN.U4CSE23015]" userId="S::bl.en.u4cse23015@bl.students.amrita.edu::ccf53793-9680-4a80-abb4-793814a3ed8b" providerId="AD" clId="Web-{AEEAEA86-2C45-775A-F568-BCB6ED43865A}" dt="2026-04-26T10:03:23.602" v="1" actId="20577"/>
          <ac:spMkLst>
            <pc:docMk/>
            <pc:sldMk cId="0" sldId="257"/>
            <ac:spMk id="3" creationId="{00000000-0000-0000-0000-000000000000}"/>
          </ac:spMkLst>
        </pc:spChg>
      </pc:sldChg>
    </pc:docChg>
  </pc:docChgLst>
  <pc:docChgLst>
    <pc:chgData name="Guest User" userId="S::urn:spo:tenantanon#ebbbcd62-c0a9-46ff-a92c-5f2300087164::" providerId="AD" clId="Web-{A054A096-57E7-F734-76CF-F7A2E73DF108}"/>
    <pc:docChg chg="modSld">
      <pc:chgData name="Guest User" userId="S::urn:spo:tenantanon#ebbbcd62-c0a9-46ff-a92c-5f2300087164::" providerId="AD" clId="Web-{A054A096-57E7-F734-76CF-F7A2E73DF108}" dt="2026-04-08T06:19:57.500" v="0" actId="1076"/>
      <pc:docMkLst>
        <pc:docMk/>
      </pc:docMkLst>
      <pc:sldChg chg="modSp">
        <pc:chgData name="Guest User" userId="S::urn:spo:tenantanon#ebbbcd62-c0a9-46ff-a92c-5f2300087164::" providerId="AD" clId="Web-{A054A096-57E7-F734-76CF-F7A2E73DF108}" dt="2026-04-08T06:19:57.500" v="0" actId="1076"/>
        <pc:sldMkLst>
          <pc:docMk/>
          <pc:sldMk cId="0" sldId="287"/>
        </pc:sldMkLst>
        <pc:picChg chg="mod">
          <ac:chgData name="Guest User" userId="S::urn:spo:tenantanon#ebbbcd62-c0a9-46ff-a92c-5f2300087164::" providerId="AD" clId="Web-{A054A096-57E7-F734-76CF-F7A2E73DF108}" dt="2026-04-08T06:19:57.500" v="0" actId="1076"/>
          <ac:picMkLst>
            <pc:docMk/>
            <pc:sldMk cId="0" sldId="287"/>
            <ac:picMk id="16386" creationId="{00000000-0000-0000-0000-000000000000}"/>
          </ac:picMkLst>
        </pc:picChg>
      </pc:sldChg>
    </pc:docChg>
  </pc:docChgLst>
  <pc:docChgLst>
    <pc:chgData name="Guest User" userId="S::urn:spo:tenantanon#ebbbcd62-c0a9-46ff-a92c-5f2300087164::" providerId="AD" clId="Web-{B1047F72-CD6E-C53A-0614-1FA251A8D4A2}"/>
    <pc:docChg chg="addSld delSld">
      <pc:chgData name="Guest User" userId="S::urn:spo:tenantanon#ebbbcd62-c0a9-46ff-a92c-5f2300087164::" providerId="AD" clId="Web-{B1047F72-CD6E-C53A-0614-1FA251A8D4A2}" dt="2026-04-08T04:56:31.716" v="2"/>
      <pc:docMkLst>
        <pc:docMk/>
      </pc:docMkLst>
    </pc:docChg>
  </pc:docChgLst>
  <pc:docChgLst>
    <pc:chgData name="Anvita Arasavilli-[BL.EN.U4CSE23208]" userId="S::bl.en.u4cse23208@bl.students.amrita.edu::d935a09a-5c5a-40dc-a373-9c2765277231" providerId="AD" clId="Web-{1D62012B-BACE-BC72-3191-01ED6F9C3CA3}"/>
    <pc:docChg chg="modSld">
      <pc:chgData name="Anvita Arasavilli-[BL.EN.U4CSE23208]" userId="S::bl.en.u4cse23208@bl.students.amrita.edu::d935a09a-5c5a-40dc-a373-9c2765277231" providerId="AD" clId="Web-{1D62012B-BACE-BC72-3191-01ED6F9C3CA3}" dt="2026-04-23T12:08:00.998" v="7" actId="1076"/>
      <pc:docMkLst>
        <pc:docMk/>
      </pc:docMkLst>
      <pc:sldChg chg="modSp">
        <pc:chgData name="Anvita Arasavilli-[BL.EN.U4CSE23208]" userId="S::bl.en.u4cse23208@bl.students.amrita.edu::d935a09a-5c5a-40dc-a373-9c2765277231" providerId="AD" clId="Web-{1D62012B-BACE-BC72-3191-01ED6F9C3CA3}" dt="2026-04-23T12:07:45.576" v="5" actId="1076"/>
        <pc:sldMkLst>
          <pc:docMk/>
          <pc:sldMk cId="0" sldId="258"/>
        </pc:sldMkLst>
        <pc:picChg chg="mod">
          <ac:chgData name="Anvita Arasavilli-[BL.EN.U4CSE23208]" userId="S::bl.en.u4cse23208@bl.students.amrita.edu::d935a09a-5c5a-40dc-a373-9c2765277231" providerId="AD" clId="Web-{1D62012B-BACE-BC72-3191-01ED6F9C3CA3}" dt="2026-04-23T12:07:45.576" v="5" actId="1076"/>
          <ac:picMkLst>
            <pc:docMk/>
            <pc:sldMk cId="0" sldId="258"/>
            <ac:picMk id="1026" creationId="{00000000-0000-0000-0000-000000000000}"/>
          </ac:picMkLst>
        </pc:picChg>
        <pc:picChg chg="mod">
          <ac:chgData name="Anvita Arasavilli-[BL.EN.U4CSE23208]" userId="S::bl.en.u4cse23208@bl.students.amrita.edu::d935a09a-5c5a-40dc-a373-9c2765277231" providerId="AD" clId="Web-{1D62012B-BACE-BC72-3191-01ED6F9C3CA3}" dt="2026-04-23T12:07:44.436" v="4" actId="1076"/>
          <ac:picMkLst>
            <pc:docMk/>
            <pc:sldMk cId="0" sldId="258"/>
            <ac:picMk id="1027" creationId="{00000000-0000-0000-0000-000000000000}"/>
          </ac:picMkLst>
        </pc:picChg>
      </pc:sldChg>
      <pc:sldChg chg="modSp">
        <pc:chgData name="Anvita Arasavilli-[BL.EN.U4CSE23208]" userId="S::bl.en.u4cse23208@bl.students.amrita.edu::d935a09a-5c5a-40dc-a373-9c2765277231" providerId="AD" clId="Web-{1D62012B-BACE-BC72-3191-01ED6F9C3CA3}" dt="2026-04-23T12:08:00.998" v="7" actId="1076"/>
        <pc:sldMkLst>
          <pc:docMk/>
          <pc:sldMk cId="3399893680" sldId="368"/>
        </pc:sldMkLst>
        <pc:graphicFrameChg chg="mod">
          <ac:chgData name="Anvita Arasavilli-[BL.EN.U4CSE23208]" userId="S::bl.en.u4cse23208@bl.students.amrita.edu::d935a09a-5c5a-40dc-a373-9c2765277231" providerId="AD" clId="Web-{1D62012B-BACE-BC72-3191-01ED6F9C3CA3}" dt="2026-04-23T12:08:00.998" v="7" actId="1076"/>
          <ac:graphicFrameMkLst>
            <pc:docMk/>
            <pc:sldMk cId="3399893680" sldId="368"/>
            <ac:graphicFrameMk id="5" creationId="{BBB1FCD8-6818-A789-A173-D8CBD8E285F7}"/>
          </ac:graphicFrameMkLst>
        </pc:graphicFrameChg>
      </pc:sldChg>
    </pc:docChg>
  </pc:docChgLst>
  <pc:docChgLst>
    <pc:chgData name="Guest User" userId="S::urn:spo:tenantanon#ebbbcd62-c0a9-46ff-a92c-5f2300087164::" providerId="AD" clId="Web-{7A0966FF-6B90-E8BE-C3EE-16B73FA9EBFF}"/>
    <pc:docChg chg="addSld">
      <pc:chgData name="Guest User" userId="S::urn:spo:tenantanon#ebbbcd62-c0a9-46ff-a92c-5f2300087164::" providerId="AD" clId="Web-{7A0966FF-6B90-E8BE-C3EE-16B73FA9EBFF}" dt="2026-04-07T16:52:39.493" v="0"/>
      <pc:docMkLst>
        <pc:docMk/>
      </pc:docMkLst>
      <pc:sldChg chg="new">
        <pc:chgData name="Guest User" userId="S::urn:spo:tenantanon#ebbbcd62-c0a9-46ff-a92c-5f2300087164::" providerId="AD" clId="Web-{7A0966FF-6B90-E8BE-C3EE-16B73FA9EBFF}" dt="2026-04-07T16:52:39.493" v="0"/>
        <pc:sldMkLst>
          <pc:docMk/>
          <pc:sldMk cId="3399893680" sldId="368"/>
        </pc:sldMkLst>
      </pc:sldChg>
    </pc:docChg>
  </pc:docChgLst>
  <pc:docChgLst>
    <pc:chgData name="Guest User" userId="S::urn:spo:tenantanon#ebbbcd62-c0a9-46ff-a92c-5f2300087164::" providerId="AD" clId="Web-{07E4B56F-D48E-D73C-26E8-9556B1ED2A3E}"/>
    <pc:docChg chg="modSld">
      <pc:chgData name="Guest User" userId="S::urn:spo:tenantanon#ebbbcd62-c0a9-46ff-a92c-5f2300087164::" providerId="AD" clId="Web-{07E4B56F-D48E-D73C-26E8-9556B1ED2A3E}" dt="2026-04-03T05:42:30.683" v="0" actId="1076"/>
      <pc:docMkLst>
        <pc:docMk/>
      </pc:docMkLst>
      <pc:sldChg chg="modSp">
        <pc:chgData name="Guest User" userId="S::urn:spo:tenantanon#ebbbcd62-c0a9-46ff-a92c-5f2300087164::" providerId="AD" clId="Web-{07E4B56F-D48E-D73C-26E8-9556B1ED2A3E}" dt="2026-04-03T05:42:30.683" v="0" actId="1076"/>
        <pc:sldMkLst>
          <pc:docMk/>
          <pc:sldMk cId="0" sldId="267"/>
        </pc:sldMkLst>
        <pc:picChg chg="mod">
          <ac:chgData name="Guest User" userId="S::urn:spo:tenantanon#ebbbcd62-c0a9-46ff-a92c-5f2300087164::" providerId="AD" clId="Web-{07E4B56F-D48E-D73C-26E8-9556B1ED2A3E}" dt="2026-04-03T05:42:30.683" v="0" actId="1076"/>
          <ac:picMkLst>
            <pc:docMk/>
            <pc:sldMk cId="0" sldId="267"/>
            <ac:picMk id="9218" creationId="{00000000-0000-0000-0000-000000000000}"/>
          </ac:picMkLst>
        </pc:picChg>
      </pc:sldChg>
    </pc:docChg>
  </pc:docChgLst>
  <pc:docChgLst>
    <pc:chgData name="ALLADA SMRITHI-[BL.EN.U4CSE23204]" userId="S::bl.en.u4cse23204@bl.students.amrita.edu::944e6110-01e7-4ca4-8910-29b877302981" providerId="AD" clId="Web-{68ED0F8D-7804-0B41-E63B-DCF9FDCA4E81}"/>
    <pc:docChg chg="modSld">
      <pc:chgData name="ALLADA SMRITHI-[BL.EN.U4CSE23204]" userId="S::bl.en.u4cse23204@bl.students.amrita.edu::944e6110-01e7-4ca4-8910-29b877302981" providerId="AD" clId="Web-{68ED0F8D-7804-0B41-E63B-DCF9FDCA4E81}" dt="2026-04-08T06:40:46.480" v="0" actId="1076"/>
      <pc:docMkLst>
        <pc:docMk/>
      </pc:docMkLst>
      <pc:sldChg chg="modSp">
        <pc:chgData name="ALLADA SMRITHI-[BL.EN.U4CSE23204]" userId="S::bl.en.u4cse23204@bl.students.amrita.edu::944e6110-01e7-4ca4-8910-29b877302981" providerId="AD" clId="Web-{68ED0F8D-7804-0B41-E63B-DCF9FDCA4E81}" dt="2026-04-08T06:40:46.480" v="0" actId="1076"/>
        <pc:sldMkLst>
          <pc:docMk/>
          <pc:sldMk cId="0" sldId="306"/>
        </pc:sldMkLst>
        <pc:picChg chg="mod">
          <ac:chgData name="ALLADA SMRITHI-[BL.EN.U4CSE23204]" userId="S::bl.en.u4cse23204@bl.students.amrita.edu::944e6110-01e7-4ca4-8910-29b877302981" providerId="AD" clId="Web-{68ED0F8D-7804-0B41-E63B-DCF9FDCA4E81}" dt="2026-04-08T06:40:46.480" v="0" actId="1076"/>
          <ac:picMkLst>
            <pc:docMk/>
            <pc:sldMk cId="0" sldId="306"/>
            <ac:picMk id="15363" creationId="{00000000-0000-0000-0000-000000000000}"/>
          </ac:picMkLst>
        </pc:picChg>
      </pc:sldChg>
    </pc:docChg>
  </pc:docChgLst>
  <pc:docChgLst>
    <pc:chgData name="Pranav Achudha S-[BL.EN.U4CSE23042]" userId="S::bl.en.u4cse23042@bl.students.amrita.edu::6c6ddb2a-efb2-4f17-8f9c-efc47e26484e" providerId="AD" clId="Web-{ED4AD401-0B43-443F-0FD7-5A9284D80E31}"/>
    <pc:docChg chg="modSld">
      <pc:chgData name="Pranav Achudha S-[BL.EN.U4CSE23042]" userId="S::bl.en.u4cse23042@bl.students.amrita.edu::6c6ddb2a-efb2-4f17-8f9c-efc47e26484e" providerId="AD" clId="Web-{ED4AD401-0B43-443F-0FD7-5A9284D80E31}" dt="2026-04-07T15:35:37.041" v="0" actId="1076"/>
      <pc:docMkLst>
        <pc:docMk/>
      </pc:docMkLst>
      <pc:sldChg chg="modSp">
        <pc:chgData name="Pranav Achudha S-[BL.EN.U4CSE23042]" userId="S::bl.en.u4cse23042@bl.students.amrita.edu::6c6ddb2a-efb2-4f17-8f9c-efc47e26484e" providerId="AD" clId="Web-{ED4AD401-0B43-443F-0FD7-5A9284D80E31}" dt="2026-04-07T15:35:37.041" v="0" actId="1076"/>
        <pc:sldMkLst>
          <pc:docMk/>
          <pc:sldMk cId="0" sldId="303"/>
        </pc:sldMkLst>
        <pc:picChg chg="mod">
          <ac:chgData name="Pranav Achudha S-[BL.EN.U4CSE23042]" userId="S::bl.en.u4cse23042@bl.students.amrita.edu::6c6ddb2a-efb2-4f17-8f9c-efc47e26484e" providerId="AD" clId="Web-{ED4AD401-0B43-443F-0FD7-5A9284D80E31}" dt="2026-04-07T15:35:37.041" v="0" actId="1076"/>
          <ac:picMkLst>
            <pc:docMk/>
            <pc:sldMk cId="0" sldId="303"/>
            <ac:picMk id="11268" creationId="{00000000-0000-0000-0000-000000000000}"/>
          </ac:picMkLst>
        </pc:picChg>
      </pc:sldChg>
    </pc:docChg>
  </pc:docChgLst>
  <pc:docChgLst>
    <pc:chgData name="Irfanul Haque Raque-[BL.EN.U4CSE23070]" userId="S::bl.en.u4cse23070@bl.students.amrita.edu::c856c53e-2d62-4026-903c-47c25afa779b" providerId="AD" clId="Web-{DCD0F312-B8F4-10BD-14B2-1004F4C02838}"/>
    <pc:docChg chg="modSld">
      <pc:chgData name="Irfanul Haque Raque-[BL.EN.U4CSE23070]" userId="S::bl.en.u4cse23070@bl.students.amrita.edu::c856c53e-2d62-4026-903c-47c25afa779b" providerId="AD" clId="Web-{DCD0F312-B8F4-10BD-14B2-1004F4C02838}" dt="2026-04-03T05:52:17.269" v="0" actId="1076"/>
      <pc:docMkLst>
        <pc:docMk/>
      </pc:docMkLst>
      <pc:sldChg chg="modSp">
        <pc:chgData name="Irfanul Haque Raque-[BL.EN.U4CSE23070]" userId="S::bl.en.u4cse23070@bl.students.amrita.edu::c856c53e-2d62-4026-903c-47c25afa779b" providerId="AD" clId="Web-{DCD0F312-B8F4-10BD-14B2-1004F4C02838}" dt="2026-04-03T05:52:17.269" v="0" actId="1076"/>
        <pc:sldMkLst>
          <pc:docMk/>
          <pc:sldMk cId="0" sldId="262"/>
        </pc:sldMkLst>
        <pc:picChg chg="mod">
          <ac:chgData name="Irfanul Haque Raque-[BL.EN.U4CSE23070]" userId="S::bl.en.u4cse23070@bl.students.amrita.edu::c856c53e-2d62-4026-903c-47c25afa779b" providerId="AD" clId="Web-{DCD0F312-B8F4-10BD-14B2-1004F4C02838}" dt="2026-04-03T05:52:17.269" v="0" actId="1076"/>
          <ac:picMkLst>
            <pc:docMk/>
            <pc:sldMk cId="0" sldId="262"/>
            <ac:picMk id="5122" creationId="{00000000-0000-0000-0000-000000000000}"/>
          </ac:picMkLst>
        </pc:picChg>
      </pc:sldChg>
    </pc:docChg>
  </pc:docChgLst>
  <pc:docChgLst>
    <pc:chgData name="Guest User" userId="S::urn:spo:tenantanon#ebbbcd62-c0a9-46ff-a92c-5f2300087164::" providerId="AD" clId="Web-{30F349F0-9FD5-835B-ADF2-49E1B91997D6}"/>
    <pc:docChg chg="modSld">
      <pc:chgData name="Guest User" userId="S::urn:spo:tenantanon#ebbbcd62-c0a9-46ff-a92c-5f2300087164::" providerId="AD" clId="Web-{30F349F0-9FD5-835B-ADF2-49E1B91997D6}" dt="2026-04-08T03:50:55.956" v="5"/>
      <pc:docMkLst>
        <pc:docMk/>
      </pc:docMkLst>
      <pc:sldChg chg="delSp modSp">
        <pc:chgData name="Guest User" userId="S::urn:spo:tenantanon#ebbbcd62-c0a9-46ff-a92c-5f2300087164::" providerId="AD" clId="Web-{30F349F0-9FD5-835B-ADF2-49E1B91997D6}" dt="2026-04-08T03:50:38.081" v="1"/>
        <pc:sldMkLst>
          <pc:docMk/>
          <pc:sldMk cId="516217688" sldId="356"/>
        </pc:sldMkLst>
      </pc:sldChg>
      <pc:sldChg chg="delSp modSp">
        <pc:chgData name="Guest User" userId="S::urn:spo:tenantanon#ebbbcd62-c0a9-46ff-a92c-5f2300087164::" providerId="AD" clId="Web-{30F349F0-9FD5-835B-ADF2-49E1B91997D6}" dt="2026-04-08T03:50:55.956" v="5"/>
        <pc:sldMkLst>
          <pc:docMk/>
          <pc:sldMk cId="358472210" sldId="357"/>
        </pc:sldMkLst>
      </pc:sldChg>
    </pc:docChg>
  </pc:docChgLst>
  <pc:docChgLst>
    <pc:chgData name="Samparna Pattanaik-[BL.EN.U4CSE23251]" userId="S::bl.en.u4cse23251@bl.students.amrita.edu::c9d07f2e-bc9a-489c-91e7-44d1e7d891e2" providerId="AD" clId="Web-{14C4AAFB-509A-E32E-4155-948163C11294}"/>
    <pc:docChg chg="modSld">
      <pc:chgData name="Samparna Pattanaik-[BL.EN.U4CSE23251]" userId="S::bl.en.u4cse23251@bl.students.amrita.edu::c9d07f2e-bc9a-489c-91e7-44d1e7d891e2" providerId="AD" clId="Web-{14C4AAFB-509A-E32E-4155-948163C11294}" dt="2026-04-07T13:18:28.250" v="1" actId="1076"/>
      <pc:docMkLst>
        <pc:docMk/>
      </pc:docMkLst>
      <pc:sldChg chg="modSp">
        <pc:chgData name="Samparna Pattanaik-[BL.EN.U4CSE23251]" userId="S::bl.en.u4cse23251@bl.students.amrita.edu::c9d07f2e-bc9a-489c-91e7-44d1e7d891e2" providerId="AD" clId="Web-{14C4AAFB-509A-E32E-4155-948163C11294}" dt="2026-04-07T13:18:28.250" v="1" actId="1076"/>
        <pc:sldMkLst>
          <pc:docMk/>
          <pc:sldMk cId="516217688" sldId="356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3A31FCF-A347-4A6A-B71E-C13CCD5BAFAF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0"/>
      <dgm:spPr/>
      <dgm:t>
        <a:bodyPr/>
        <a:lstStyle/>
        <a:p>
          <a:endParaRPr lang="en-GB"/>
        </a:p>
      </dgm:t>
    </dgm:pt>
    <dgm:pt modelId="{FDF506BB-28CE-46E2-9B88-B2FDC9B27F0F}">
      <dgm:prSet phldrT="[Text]" phldr="1"/>
      <dgm:spPr/>
      <dgm:t>
        <a:bodyPr/>
        <a:lstStyle/>
        <a:p>
          <a:endParaRPr lang="en-GB"/>
        </a:p>
      </dgm:t>
    </dgm:pt>
    <dgm:pt modelId="{F5B73864-FEAF-4875-B7C7-90652B4D5802}" type="parTrans" cxnId="{60D0A30B-3F8E-4C56-97AD-9CED00FFA2EC}">
      <dgm:prSet/>
      <dgm:spPr/>
      <dgm:t>
        <a:bodyPr/>
        <a:lstStyle/>
        <a:p>
          <a:endParaRPr lang="en-GB"/>
        </a:p>
      </dgm:t>
    </dgm:pt>
    <dgm:pt modelId="{41F706B3-0122-4391-BEBE-39FB3A915A27}" type="sibTrans" cxnId="{60D0A30B-3F8E-4C56-97AD-9CED00FFA2EC}">
      <dgm:prSet/>
      <dgm:spPr/>
      <dgm:t>
        <a:bodyPr/>
        <a:lstStyle/>
        <a:p>
          <a:endParaRPr lang="en-GB"/>
        </a:p>
      </dgm:t>
    </dgm:pt>
    <dgm:pt modelId="{0B9D0DAA-66B6-44E3-93E1-1B41B632683D}">
      <dgm:prSet phldrT="[Text]" phldr="1"/>
      <dgm:spPr/>
      <dgm:t>
        <a:bodyPr/>
        <a:lstStyle/>
        <a:p>
          <a:endParaRPr lang="en-GB"/>
        </a:p>
      </dgm:t>
    </dgm:pt>
    <dgm:pt modelId="{F523FC9B-E858-4DA6-8EEC-78355A1D3017}" type="parTrans" cxnId="{BE5E6E20-C067-4700-A75A-4DFDFBF3A101}">
      <dgm:prSet/>
      <dgm:spPr/>
      <dgm:t>
        <a:bodyPr/>
        <a:lstStyle/>
        <a:p>
          <a:endParaRPr lang="en-GB"/>
        </a:p>
      </dgm:t>
    </dgm:pt>
    <dgm:pt modelId="{6CD949D7-1469-42F4-8A8E-555D4C8B0D9B}" type="sibTrans" cxnId="{BE5E6E20-C067-4700-A75A-4DFDFBF3A101}">
      <dgm:prSet/>
      <dgm:spPr/>
      <dgm:t>
        <a:bodyPr/>
        <a:lstStyle/>
        <a:p>
          <a:endParaRPr lang="en-GB"/>
        </a:p>
      </dgm:t>
    </dgm:pt>
    <dgm:pt modelId="{D00817AE-58B6-4892-8CEE-81600DC54555}">
      <dgm:prSet phldrT="[Text]" phldr="1"/>
      <dgm:spPr/>
      <dgm:t>
        <a:bodyPr/>
        <a:lstStyle/>
        <a:p>
          <a:endParaRPr lang="en-GB"/>
        </a:p>
      </dgm:t>
    </dgm:pt>
    <dgm:pt modelId="{9773AFF1-F81C-4AD4-978E-4D91410A2972}" type="parTrans" cxnId="{F7AB9E92-08AF-45FD-BEEA-3F637AED2B89}">
      <dgm:prSet/>
      <dgm:spPr/>
      <dgm:t>
        <a:bodyPr/>
        <a:lstStyle/>
        <a:p>
          <a:endParaRPr lang="en-GB"/>
        </a:p>
      </dgm:t>
    </dgm:pt>
    <dgm:pt modelId="{791899D5-DB6D-4533-B7C0-50A79E5EB01E}" type="sibTrans" cxnId="{F7AB9E92-08AF-45FD-BEEA-3F637AED2B89}">
      <dgm:prSet/>
      <dgm:spPr/>
      <dgm:t>
        <a:bodyPr/>
        <a:lstStyle/>
        <a:p>
          <a:endParaRPr lang="en-GB"/>
        </a:p>
      </dgm:t>
    </dgm:pt>
    <dgm:pt modelId="{6AB42CBB-8F50-49AA-9605-4299B01E5AB3}">
      <dgm:prSet phldrT="[Text]" phldr="1"/>
      <dgm:spPr/>
      <dgm:t>
        <a:bodyPr/>
        <a:lstStyle/>
        <a:p>
          <a:endParaRPr lang="en-GB"/>
        </a:p>
      </dgm:t>
    </dgm:pt>
    <dgm:pt modelId="{C5C5A5C1-C971-41C3-8AA8-15CED21B13FC}" type="parTrans" cxnId="{439017E9-18C8-4398-A37B-E30DDA0824FE}">
      <dgm:prSet/>
      <dgm:spPr/>
      <dgm:t>
        <a:bodyPr/>
        <a:lstStyle/>
        <a:p>
          <a:endParaRPr lang="en-GB"/>
        </a:p>
      </dgm:t>
    </dgm:pt>
    <dgm:pt modelId="{BEE89F23-54E5-45D3-9D81-433071A9B2FB}" type="sibTrans" cxnId="{439017E9-18C8-4398-A37B-E30DDA0824FE}">
      <dgm:prSet/>
      <dgm:spPr/>
      <dgm:t>
        <a:bodyPr/>
        <a:lstStyle/>
        <a:p>
          <a:endParaRPr lang="en-GB"/>
        </a:p>
      </dgm:t>
    </dgm:pt>
    <dgm:pt modelId="{51DFA765-45FA-4CD7-8B11-88CBC066814B}">
      <dgm:prSet phldrT="[Text]" phldr="1"/>
      <dgm:spPr/>
      <dgm:t>
        <a:bodyPr/>
        <a:lstStyle/>
        <a:p>
          <a:endParaRPr lang="en-GB"/>
        </a:p>
      </dgm:t>
    </dgm:pt>
    <dgm:pt modelId="{4568D289-13C5-422B-B88A-A4C33108C6FA}" type="parTrans" cxnId="{7397E5C1-0A78-4F12-85D9-E9F1B908A3ED}">
      <dgm:prSet/>
      <dgm:spPr/>
      <dgm:t>
        <a:bodyPr/>
        <a:lstStyle/>
        <a:p>
          <a:endParaRPr lang="en-GB"/>
        </a:p>
      </dgm:t>
    </dgm:pt>
    <dgm:pt modelId="{6B16D64F-7F50-4961-8B05-C5F8B8FF10D7}" type="sibTrans" cxnId="{7397E5C1-0A78-4F12-85D9-E9F1B908A3ED}">
      <dgm:prSet/>
      <dgm:spPr/>
      <dgm:t>
        <a:bodyPr/>
        <a:lstStyle/>
        <a:p>
          <a:endParaRPr lang="en-GB"/>
        </a:p>
      </dgm:t>
    </dgm:pt>
    <dgm:pt modelId="{C4C0D7FF-B09A-4B98-913F-20C46F683289}" type="pres">
      <dgm:prSet presAssocID="{53A31FCF-A347-4A6A-B71E-C13CCD5BAFAF}" presName="diagram" presStyleCnt="0">
        <dgm:presLayoutVars>
          <dgm:dir/>
          <dgm:resizeHandles val="exact"/>
        </dgm:presLayoutVars>
      </dgm:prSet>
      <dgm:spPr/>
    </dgm:pt>
    <dgm:pt modelId="{474C2014-A21B-440F-9F01-38766C581C93}" type="pres">
      <dgm:prSet presAssocID="{FDF506BB-28CE-46E2-9B88-B2FDC9B27F0F}" presName="node" presStyleLbl="node1" presStyleIdx="0" presStyleCnt="5">
        <dgm:presLayoutVars>
          <dgm:bulletEnabled val="1"/>
        </dgm:presLayoutVars>
      </dgm:prSet>
      <dgm:spPr/>
    </dgm:pt>
    <dgm:pt modelId="{0327C0DA-BFDE-4300-B3AA-CF39E8CAE364}" type="pres">
      <dgm:prSet presAssocID="{41F706B3-0122-4391-BEBE-39FB3A915A27}" presName="sibTrans" presStyleCnt="0"/>
      <dgm:spPr/>
    </dgm:pt>
    <dgm:pt modelId="{2D3DF61E-F445-404D-B383-220781174B26}" type="pres">
      <dgm:prSet presAssocID="{0B9D0DAA-66B6-44E3-93E1-1B41B632683D}" presName="node" presStyleLbl="node1" presStyleIdx="1" presStyleCnt="5">
        <dgm:presLayoutVars>
          <dgm:bulletEnabled val="1"/>
        </dgm:presLayoutVars>
      </dgm:prSet>
      <dgm:spPr/>
    </dgm:pt>
    <dgm:pt modelId="{1F9B2199-5804-4CC5-8C0D-1918A16BCF0D}" type="pres">
      <dgm:prSet presAssocID="{6CD949D7-1469-42F4-8A8E-555D4C8B0D9B}" presName="sibTrans" presStyleCnt="0"/>
      <dgm:spPr/>
    </dgm:pt>
    <dgm:pt modelId="{91ED76E7-CE67-41FE-AD14-CB313359686A}" type="pres">
      <dgm:prSet presAssocID="{D00817AE-58B6-4892-8CEE-81600DC54555}" presName="node" presStyleLbl="node1" presStyleIdx="2" presStyleCnt="5">
        <dgm:presLayoutVars>
          <dgm:bulletEnabled val="1"/>
        </dgm:presLayoutVars>
      </dgm:prSet>
      <dgm:spPr/>
    </dgm:pt>
    <dgm:pt modelId="{2D7ECB7F-079C-415E-A431-1005EC83BDFE}" type="pres">
      <dgm:prSet presAssocID="{791899D5-DB6D-4533-B7C0-50A79E5EB01E}" presName="sibTrans" presStyleCnt="0"/>
      <dgm:spPr/>
    </dgm:pt>
    <dgm:pt modelId="{FE64C50A-6922-4D73-9345-C38E669AFB6B}" type="pres">
      <dgm:prSet presAssocID="{6AB42CBB-8F50-49AA-9605-4299B01E5AB3}" presName="node" presStyleLbl="node1" presStyleIdx="3" presStyleCnt="5">
        <dgm:presLayoutVars>
          <dgm:bulletEnabled val="1"/>
        </dgm:presLayoutVars>
      </dgm:prSet>
      <dgm:spPr/>
    </dgm:pt>
    <dgm:pt modelId="{0316525E-4528-4F90-8A55-3B8E4F370B15}" type="pres">
      <dgm:prSet presAssocID="{BEE89F23-54E5-45D3-9D81-433071A9B2FB}" presName="sibTrans" presStyleCnt="0"/>
      <dgm:spPr/>
    </dgm:pt>
    <dgm:pt modelId="{547B6B01-DE7F-4149-8560-EB6AD31CE57F}" type="pres">
      <dgm:prSet presAssocID="{51DFA765-45FA-4CD7-8B11-88CBC066814B}" presName="node" presStyleLbl="node1" presStyleIdx="4" presStyleCnt="5">
        <dgm:presLayoutVars>
          <dgm:bulletEnabled val="1"/>
        </dgm:presLayoutVars>
      </dgm:prSet>
      <dgm:spPr/>
    </dgm:pt>
  </dgm:ptLst>
  <dgm:cxnLst>
    <dgm:cxn modelId="{60D0A30B-3F8E-4C56-97AD-9CED00FFA2EC}" srcId="{53A31FCF-A347-4A6A-B71E-C13CCD5BAFAF}" destId="{FDF506BB-28CE-46E2-9B88-B2FDC9B27F0F}" srcOrd="0" destOrd="0" parTransId="{F5B73864-FEAF-4875-B7C7-90652B4D5802}" sibTransId="{41F706B3-0122-4391-BEBE-39FB3A915A27}"/>
    <dgm:cxn modelId="{BE5E6E20-C067-4700-A75A-4DFDFBF3A101}" srcId="{53A31FCF-A347-4A6A-B71E-C13CCD5BAFAF}" destId="{0B9D0DAA-66B6-44E3-93E1-1B41B632683D}" srcOrd="1" destOrd="0" parTransId="{F523FC9B-E858-4DA6-8EEC-78355A1D3017}" sibTransId="{6CD949D7-1469-42F4-8A8E-555D4C8B0D9B}"/>
    <dgm:cxn modelId="{00B8833A-AABA-4670-A2D9-1CA80B40AAC2}" type="presOf" srcId="{D00817AE-58B6-4892-8CEE-81600DC54555}" destId="{91ED76E7-CE67-41FE-AD14-CB313359686A}" srcOrd="0" destOrd="0" presId="urn:microsoft.com/office/officeart/2005/8/layout/default"/>
    <dgm:cxn modelId="{F7AB9E92-08AF-45FD-BEEA-3F637AED2B89}" srcId="{53A31FCF-A347-4A6A-B71E-C13CCD5BAFAF}" destId="{D00817AE-58B6-4892-8CEE-81600DC54555}" srcOrd="2" destOrd="0" parTransId="{9773AFF1-F81C-4AD4-978E-4D91410A2972}" sibTransId="{791899D5-DB6D-4533-B7C0-50A79E5EB01E}"/>
    <dgm:cxn modelId="{BE9CDEAB-B9D2-4A83-A86B-435E9FA62E3F}" type="presOf" srcId="{53A31FCF-A347-4A6A-B71E-C13CCD5BAFAF}" destId="{C4C0D7FF-B09A-4B98-913F-20C46F683289}" srcOrd="0" destOrd="0" presId="urn:microsoft.com/office/officeart/2005/8/layout/default"/>
    <dgm:cxn modelId="{F7D273BB-0227-4BA9-B693-DE7C424DA5E9}" type="presOf" srcId="{51DFA765-45FA-4CD7-8B11-88CBC066814B}" destId="{547B6B01-DE7F-4149-8560-EB6AD31CE57F}" srcOrd="0" destOrd="0" presId="urn:microsoft.com/office/officeart/2005/8/layout/default"/>
    <dgm:cxn modelId="{7397E5C1-0A78-4F12-85D9-E9F1B908A3ED}" srcId="{53A31FCF-A347-4A6A-B71E-C13CCD5BAFAF}" destId="{51DFA765-45FA-4CD7-8B11-88CBC066814B}" srcOrd="4" destOrd="0" parTransId="{4568D289-13C5-422B-B88A-A4C33108C6FA}" sibTransId="{6B16D64F-7F50-4961-8B05-C5F8B8FF10D7}"/>
    <dgm:cxn modelId="{14F54ACD-AAC6-45CD-A8C3-D05064EE21B8}" type="presOf" srcId="{0B9D0DAA-66B6-44E3-93E1-1B41B632683D}" destId="{2D3DF61E-F445-404D-B383-220781174B26}" srcOrd="0" destOrd="0" presId="urn:microsoft.com/office/officeart/2005/8/layout/default"/>
    <dgm:cxn modelId="{7F93A4D1-CD8B-41C1-8EE7-5AEAD25373D4}" type="presOf" srcId="{6AB42CBB-8F50-49AA-9605-4299B01E5AB3}" destId="{FE64C50A-6922-4D73-9345-C38E669AFB6B}" srcOrd="0" destOrd="0" presId="urn:microsoft.com/office/officeart/2005/8/layout/default"/>
    <dgm:cxn modelId="{E0B813E7-66AE-485D-BF06-CD13F38BF80F}" type="presOf" srcId="{FDF506BB-28CE-46E2-9B88-B2FDC9B27F0F}" destId="{474C2014-A21B-440F-9F01-38766C581C93}" srcOrd="0" destOrd="0" presId="urn:microsoft.com/office/officeart/2005/8/layout/default"/>
    <dgm:cxn modelId="{439017E9-18C8-4398-A37B-E30DDA0824FE}" srcId="{53A31FCF-A347-4A6A-B71E-C13CCD5BAFAF}" destId="{6AB42CBB-8F50-49AA-9605-4299B01E5AB3}" srcOrd="3" destOrd="0" parTransId="{C5C5A5C1-C971-41C3-8AA8-15CED21B13FC}" sibTransId="{BEE89F23-54E5-45D3-9D81-433071A9B2FB}"/>
    <dgm:cxn modelId="{E103356F-89CA-42A3-B16B-64D02650B589}" type="presParOf" srcId="{C4C0D7FF-B09A-4B98-913F-20C46F683289}" destId="{474C2014-A21B-440F-9F01-38766C581C93}" srcOrd="0" destOrd="0" presId="urn:microsoft.com/office/officeart/2005/8/layout/default"/>
    <dgm:cxn modelId="{B0424BB6-7426-47C7-A67E-516D050040B2}" type="presParOf" srcId="{C4C0D7FF-B09A-4B98-913F-20C46F683289}" destId="{0327C0DA-BFDE-4300-B3AA-CF39E8CAE364}" srcOrd="1" destOrd="0" presId="urn:microsoft.com/office/officeart/2005/8/layout/default"/>
    <dgm:cxn modelId="{8500070A-005A-43BE-BF20-BB3098BDD18B}" type="presParOf" srcId="{C4C0D7FF-B09A-4B98-913F-20C46F683289}" destId="{2D3DF61E-F445-404D-B383-220781174B26}" srcOrd="2" destOrd="0" presId="urn:microsoft.com/office/officeart/2005/8/layout/default"/>
    <dgm:cxn modelId="{36DE87FE-4B3A-4932-8B8C-E24DCE8E1108}" type="presParOf" srcId="{C4C0D7FF-B09A-4B98-913F-20C46F683289}" destId="{1F9B2199-5804-4CC5-8C0D-1918A16BCF0D}" srcOrd="3" destOrd="0" presId="urn:microsoft.com/office/officeart/2005/8/layout/default"/>
    <dgm:cxn modelId="{8B0B9805-C68E-4FC7-9C97-D06B87E6098F}" type="presParOf" srcId="{C4C0D7FF-B09A-4B98-913F-20C46F683289}" destId="{91ED76E7-CE67-41FE-AD14-CB313359686A}" srcOrd="4" destOrd="0" presId="urn:microsoft.com/office/officeart/2005/8/layout/default"/>
    <dgm:cxn modelId="{F4F2D142-EDCF-45FE-A6F4-9DAFBE9E2909}" type="presParOf" srcId="{C4C0D7FF-B09A-4B98-913F-20C46F683289}" destId="{2D7ECB7F-079C-415E-A431-1005EC83BDFE}" srcOrd="5" destOrd="0" presId="urn:microsoft.com/office/officeart/2005/8/layout/default"/>
    <dgm:cxn modelId="{D2263D78-F190-4D18-937A-8B1F1E63839E}" type="presParOf" srcId="{C4C0D7FF-B09A-4B98-913F-20C46F683289}" destId="{FE64C50A-6922-4D73-9345-C38E669AFB6B}" srcOrd="6" destOrd="0" presId="urn:microsoft.com/office/officeart/2005/8/layout/default"/>
    <dgm:cxn modelId="{59AD2D9B-B90E-430E-9A11-3517E068DE51}" type="presParOf" srcId="{C4C0D7FF-B09A-4B98-913F-20C46F683289}" destId="{0316525E-4528-4F90-8A55-3B8E4F370B15}" srcOrd="7" destOrd="0" presId="urn:microsoft.com/office/officeart/2005/8/layout/default"/>
    <dgm:cxn modelId="{FE5A736A-AC7C-42AE-9A78-A1EE834AA767}" type="presParOf" srcId="{C4C0D7FF-B09A-4B98-913F-20C46F683289}" destId="{547B6B01-DE7F-4149-8560-EB6AD31CE57F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4C2014-A21B-440F-9F01-38766C581C93}">
      <dsp:nvSpPr>
        <dsp:cNvPr id="0" name=""/>
        <dsp:cNvSpPr/>
      </dsp:nvSpPr>
      <dsp:spPr>
        <a:xfrm>
          <a:off x="0" y="591343"/>
          <a:ext cx="2571749" cy="154305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6500" kern="1200"/>
        </a:p>
      </dsp:txBody>
      <dsp:txXfrm>
        <a:off x="0" y="591343"/>
        <a:ext cx="2571749" cy="1543050"/>
      </dsp:txXfrm>
    </dsp:sp>
    <dsp:sp modelId="{2D3DF61E-F445-404D-B383-220781174B26}">
      <dsp:nvSpPr>
        <dsp:cNvPr id="0" name=""/>
        <dsp:cNvSpPr/>
      </dsp:nvSpPr>
      <dsp:spPr>
        <a:xfrm>
          <a:off x="2828925" y="591343"/>
          <a:ext cx="2571749" cy="154305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6500" kern="1200"/>
        </a:p>
      </dsp:txBody>
      <dsp:txXfrm>
        <a:off x="2828925" y="591343"/>
        <a:ext cx="2571749" cy="1543050"/>
      </dsp:txXfrm>
    </dsp:sp>
    <dsp:sp modelId="{91ED76E7-CE67-41FE-AD14-CB313359686A}">
      <dsp:nvSpPr>
        <dsp:cNvPr id="0" name=""/>
        <dsp:cNvSpPr/>
      </dsp:nvSpPr>
      <dsp:spPr>
        <a:xfrm>
          <a:off x="5657849" y="591343"/>
          <a:ext cx="2571749" cy="154305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6500" kern="1200"/>
        </a:p>
      </dsp:txBody>
      <dsp:txXfrm>
        <a:off x="5657849" y="591343"/>
        <a:ext cx="2571749" cy="1543050"/>
      </dsp:txXfrm>
    </dsp:sp>
    <dsp:sp modelId="{FE64C50A-6922-4D73-9345-C38E669AFB6B}">
      <dsp:nvSpPr>
        <dsp:cNvPr id="0" name=""/>
        <dsp:cNvSpPr/>
      </dsp:nvSpPr>
      <dsp:spPr>
        <a:xfrm>
          <a:off x="1414462" y="2391569"/>
          <a:ext cx="2571749" cy="154305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6500" kern="1200"/>
        </a:p>
      </dsp:txBody>
      <dsp:txXfrm>
        <a:off x="1414462" y="2391569"/>
        <a:ext cx="2571749" cy="1543050"/>
      </dsp:txXfrm>
    </dsp:sp>
    <dsp:sp modelId="{547B6B01-DE7F-4149-8560-EB6AD31CE57F}">
      <dsp:nvSpPr>
        <dsp:cNvPr id="0" name=""/>
        <dsp:cNvSpPr/>
      </dsp:nvSpPr>
      <dsp:spPr>
        <a:xfrm>
          <a:off x="4243387" y="2391569"/>
          <a:ext cx="2571749" cy="154305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6500" kern="1200"/>
        </a:p>
      </dsp:txBody>
      <dsp:txXfrm>
        <a:off x="4243387" y="2391569"/>
        <a:ext cx="2571749" cy="15430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F86DC5-37C5-46B5-A772-1BFE91217FFD}" type="datetimeFigureOut">
              <a:rPr lang="en-US" smtClean="0"/>
              <a:pPr/>
              <a:t>4/26/2026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3C2822-33CE-470E-9E22-F07A1C41ADAA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6647E-E710-48C2-A251-A18D651E794B}" type="datetime1">
              <a:rPr lang="en-US" smtClean="0"/>
              <a:pPr/>
              <a:t>4/26/2026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EA78F-E057-4D4B-A9CC-93EE3FA22D92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CF3BB-28F0-4182-A8A4-DF419AE1C334}" type="datetime1">
              <a:rPr lang="en-US" smtClean="0"/>
              <a:pPr/>
              <a:t>4/26/2026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EA78F-E057-4D4B-A9CC-93EE3FA22D92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1B51F-9646-46C9-9A41-BD46C360BFE1}" type="datetime1">
              <a:rPr lang="en-US" smtClean="0"/>
              <a:pPr/>
              <a:t>4/26/2026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EA78F-E057-4D4B-A9CC-93EE3FA22D92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95DE7-C4AC-4B96-85C3-C316C00F4BE8}" type="datetime1">
              <a:rPr lang="en-US" smtClean="0"/>
              <a:pPr/>
              <a:t>4/26/2026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EA78F-E057-4D4B-A9CC-93EE3FA22D92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4DCE0-2311-417F-9060-0AE74B6B48D8}" type="datetime1">
              <a:rPr lang="en-US" smtClean="0"/>
              <a:pPr/>
              <a:t>4/26/2026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EA78F-E057-4D4B-A9CC-93EE3FA22D92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A51D0-8125-4EA7-846B-950AB51F8EB1}" type="datetime1">
              <a:rPr lang="en-US" smtClean="0"/>
              <a:pPr/>
              <a:t>4/26/2026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EA78F-E057-4D4B-A9CC-93EE3FA22D92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47A3B-9487-447B-9E2C-D9298EE66D81}" type="datetime1">
              <a:rPr lang="en-US" smtClean="0"/>
              <a:pPr/>
              <a:t>4/26/2026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EA78F-E057-4D4B-A9CC-93EE3FA22D92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41165-4B4D-4804-818A-4A33888C123F}" type="datetime1">
              <a:rPr lang="en-US" smtClean="0"/>
              <a:pPr/>
              <a:t>4/26/2026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EA78F-E057-4D4B-A9CC-93EE3FA22D92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66C3B-F9E5-45F1-8772-2C4B3EF1D9B2}" type="datetime1">
              <a:rPr lang="en-US" smtClean="0"/>
              <a:pPr/>
              <a:t>4/26/2026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EA78F-E057-4D4B-A9CC-93EE3FA22D92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8A3B3-73D6-4B31-81EF-3B2A9ED8E717}" type="datetime1">
              <a:rPr lang="en-US" smtClean="0"/>
              <a:pPr/>
              <a:t>4/26/2026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EA78F-E057-4D4B-A9CC-93EE3FA22D92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04BA6-E815-415F-9BB7-AEC574442A14}" type="datetime1">
              <a:rPr lang="en-US" smtClean="0"/>
              <a:pPr/>
              <a:t>4/26/2026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EA78F-E057-4D4B-A9CC-93EE3FA22D92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4E1DA0-C3C8-48EC-A79A-9693BACAC289}" type="datetime1">
              <a:rPr lang="en-US" smtClean="0"/>
              <a:pPr/>
              <a:t>4/26/2026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DEA78F-E057-4D4B-A9CC-93EE3FA22D92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7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3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5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1.png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4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3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6.png"/><Relationship Id="rId4" Type="http://schemas.openxmlformats.org/officeDocument/2006/relationships/image" Target="../media/image115.png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Types of Parallel/Distributed Computations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EA78F-E057-4D4B-A9CC-93EE3FA22D92}" type="slidenum">
              <a:rPr lang="en-IN" smtClean="0"/>
              <a:pPr/>
              <a:t>1</a:t>
            </a:fld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62377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/>
              <a:t>1. Embarrassingly Parallel Computation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/>
              <a:t>also called naturally parallel</a:t>
            </a:r>
          </a:p>
          <a:p>
            <a:r>
              <a:rPr lang="en-US" dirty="0" err="1"/>
              <a:t>Dividin</a:t>
            </a:r>
            <a:r>
              <a:rPr lang="en-US" dirty="0"/>
              <a:t> the problem into completely independent parts that can be executed simultaneously</a:t>
            </a:r>
            <a:endParaRPr lang="en-US" dirty="0">
              <a:ea typeface="Calibri"/>
              <a:cs typeface="Calibri"/>
            </a:endParaRPr>
          </a:p>
          <a:p>
            <a:r>
              <a:rPr lang="en-US"/>
              <a:t>There is no communication between the separate processes</a:t>
            </a:r>
          </a:p>
          <a:p>
            <a:r>
              <a:rPr lang="en-US"/>
              <a:t>Simply distribute the data and start the process</a:t>
            </a:r>
          </a:p>
          <a:p>
            <a:r>
              <a:rPr lang="en-US"/>
              <a:t>Appropriate for SPMD model</a:t>
            </a:r>
          </a:p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EA78F-E057-4D4B-A9CC-93EE3FA22D92}" type="slidenum">
              <a:rPr lang="en-IN" smtClean="0"/>
              <a:pPr/>
              <a:t>2</a:t>
            </a:fld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contd..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  <a:p>
            <a:endParaRPr lang="en-US"/>
          </a:p>
          <a:p>
            <a:r>
              <a:rPr lang="en-US"/>
              <a:t>A master process is started that spawns identical slaves</a:t>
            </a:r>
          </a:p>
          <a:p>
            <a:endParaRPr lang="en-IN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62075" y="1357298"/>
            <a:ext cx="6419850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28794" y="3929066"/>
            <a:ext cx="5400675" cy="2295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EA78F-E057-4D4B-A9CC-93EE3FA22D92}" type="slidenum">
              <a:rPr lang="en-IN" smtClean="0"/>
              <a:pPr/>
              <a:t>3</a:t>
            </a:fld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Geometrical transformation of images</a:t>
            </a:r>
          </a:p>
          <a:p>
            <a:endParaRPr lang="en-IN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71613" y="2143116"/>
            <a:ext cx="6200775" cy="666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95503" y="2714620"/>
            <a:ext cx="4791075" cy="1104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457325" y="3900500"/>
            <a:ext cx="6229350" cy="1314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466872" y="5214950"/>
            <a:ext cx="6248400" cy="1285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EA78F-E057-4D4B-A9CC-93EE3FA22D92}" type="slidenum">
              <a:rPr lang="en-IN" smtClean="0"/>
              <a:pPr/>
              <a:t>4</a:t>
            </a:fld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Partitioning for n=48 processes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1571612"/>
            <a:ext cx="4629150" cy="2714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000496" y="3214686"/>
            <a:ext cx="4695825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EA78F-E057-4D4B-A9CC-93EE3FA22D92}" type="slidenum">
              <a:rPr lang="en-IN" smtClean="0"/>
              <a:pPr/>
              <a:t>5</a:t>
            </a:fld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Parallel code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71373" y="1724024"/>
            <a:ext cx="7343965" cy="41338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EA78F-E057-4D4B-A9CC-93EE3FA22D92}" type="slidenum">
              <a:rPr lang="en-IN" smtClean="0"/>
              <a:pPr/>
              <a:t>6</a:t>
            </a:fld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contd..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1934" y="2575783"/>
            <a:ext cx="8296153" cy="23002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EA78F-E057-4D4B-A9CC-93EE3FA22D92}" type="slidenum">
              <a:rPr lang="en-IN" smtClean="0"/>
              <a:pPr/>
              <a:t>7</a:t>
            </a:fld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Parallel code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71373" y="1724024"/>
            <a:ext cx="7343965" cy="41338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EA78F-E057-4D4B-A9CC-93EE3FA22D92}" type="slidenum">
              <a:rPr lang="en-IN" smtClean="0"/>
              <a:pPr/>
              <a:t>8</a:t>
            </a:fld>
            <a:endParaRPr lang="en-IN"/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71373" y="404664"/>
            <a:ext cx="6945119" cy="6286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8" name="Straight Arrow Connector 7"/>
          <p:cNvCxnSpPr/>
          <p:nvPr/>
        </p:nvCxnSpPr>
        <p:spPr>
          <a:xfrm flipH="1">
            <a:off x="1979712" y="908720"/>
            <a:ext cx="648072" cy="15841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62176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CBECB-7A1B-27F6-2022-F4EEE3A43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BB1FCD8-6818-A789-A173-D8CBD8E285F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1EB074-A56C-AFFF-5B38-C21161169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EA78F-E057-4D4B-A9CC-93EE3FA22D92}" type="slidenum">
              <a:rPr lang="en-IN" smtClean="0"/>
              <a:pPr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98936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contd..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1689646"/>
            <a:ext cx="8296153" cy="23002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EA78F-E057-4D4B-A9CC-93EE3FA22D92}" type="slidenum">
              <a:rPr lang="en-IN" smtClean="0"/>
              <a:pPr/>
              <a:t>10</a:t>
            </a:fld>
            <a:endParaRPr lang="en-IN"/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55576" y="4396345"/>
            <a:ext cx="6945119" cy="6286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0" name="Straight Arrow Connector 9"/>
          <p:cNvCxnSpPr/>
          <p:nvPr/>
        </p:nvCxnSpPr>
        <p:spPr>
          <a:xfrm flipH="1" flipV="1">
            <a:off x="4065216" y="3744997"/>
            <a:ext cx="1080120" cy="7200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4722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Analysis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Sequential complexity</a:t>
            </a:r>
          </a:p>
          <a:p>
            <a:endParaRPr lang="en-US"/>
          </a:p>
          <a:p>
            <a:r>
              <a:rPr lang="en-US"/>
              <a:t>Parallel complexity</a:t>
            </a:r>
            <a:endParaRPr lang="en-IN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35418" y="2285992"/>
            <a:ext cx="2236657" cy="5857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62808" y="3238500"/>
            <a:ext cx="3080756" cy="5476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98715" y="3786190"/>
            <a:ext cx="6945119" cy="6286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232009" y="4500570"/>
            <a:ext cx="3616341" cy="1214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EA78F-E057-4D4B-A9CC-93EE3FA22D92}" type="slidenum">
              <a:rPr lang="en-IN" smtClean="0"/>
              <a:pPr/>
              <a:t>11</a:t>
            </a:fld>
            <a:endParaRPr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Overall speedup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1406" y="1785926"/>
            <a:ext cx="6576676" cy="14144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24096" y="3681419"/>
            <a:ext cx="7748432" cy="16764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EA78F-E057-4D4B-A9CC-93EE3FA22D92}" type="slidenum">
              <a:rPr lang="en-IN" smtClean="0"/>
              <a:pPr/>
              <a:t>12</a:t>
            </a:fld>
            <a:endParaRPr lang="en-I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2. Partitioning and Divide and Conquer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In partitioning, the problem is divided into separate parts and each part is computed separately</a:t>
            </a:r>
          </a:p>
          <a:p>
            <a:r>
              <a:rPr lang="en-US"/>
              <a:t>In divide and conquer, the partitioning is applied recursively, solving the smaller parts and combining the results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EA78F-E057-4D4B-A9CC-93EE3FA22D92}" type="slidenum">
              <a:rPr lang="en-IN" smtClean="0"/>
              <a:pPr/>
              <a:t>13</a:t>
            </a:fld>
            <a:endParaRPr lang="en-I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Partitioning example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81761" y="2057400"/>
            <a:ext cx="7419263" cy="3729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EA78F-E057-4D4B-A9CC-93EE3FA22D92}" type="slidenum">
              <a:rPr lang="en-IN" smtClean="0"/>
              <a:pPr/>
              <a:t>14</a:t>
            </a:fld>
            <a:endParaRPr lang="en-IN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Example-sum of n numbers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2185" y="1336993"/>
            <a:ext cx="7825385" cy="50217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EA78F-E057-4D4B-A9CC-93EE3FA22D92}" type="slidenum">
              <a:rPr lang="en-IN" smtClean="0"/>
              <a:pPr/>
              <a:t>15</a:t>
            </a:fld>
            <a:endParaRPr lang="en-IN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Example-sum of n numbers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75705" y="1509713"/>
            <a:ext cx="7825385" cy="50217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EA78F-E057-4D4B-A9CC-93EE3FA22D92}" type="slidenum">
              <a:rPr lang="en-IN" smtClean="0"/>
              <a:pPr/>
              <a:t>16</a:t>
            </a:fld>
            <a:endParaRPr lang="en-IN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707904" y="1370013"/>
            <a:ext cx="4066797" cy="797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7" name="Straight Arrow Connector 6"/>
          <p:cNvCxnSpPr/>
          <p:nvPr/>
        </p:nvCxnSpPr>
        <p:spPr>
          <a:xfrm flipH="1">
            <a:off x="2195736" y="1844824"/>
            <a:ext cx="2232248" cy="8640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861943" y="4437112"/>
            <a:ext cx="3857652" cy="576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1" name="Straight Arrow Connector 10"/>
          <p:cNvCxnSpPr/>
          <p:nvPr/>
        </p:nvCxnSpPr>
        <p:spPr>
          <a:xfrm flipH="1">
            <a:off x="1475656" y="4883626"/>
            <a:ext cx="3650971" cy="14250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689956" y="5725052"/>
            <a:ext cx="2568918" cy="6143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4" name="Straight Arrow Connector 13"/>
          <p:cNvCxnSpPr>
            <a:stCxn id="13" idx="1"/>
          </p:cNvCxnSpPr>
          <p:nvPr/>
        </p:nvCxnSpPr>
        <p:spPr>
          <a:xfrm flipH="1">
            <a:off x="4644008" y="6032205"/>
            <a:ext cx="20459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7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2784010" y="4220803"/>
            <a:ext cx="1847787" cy="4998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7" name="Straight Arrow Connector 16"/>
          <p:cNvCxnSpPr/>
          <p:nvPr/>
        </p:nvCxnSpPr>
        <p:spPr>
          <a:xfrm flipH="1" flipV="1">
            <a:off x="3419872" y="4020565"/>
            <a:ext cx="1008112" cy="2005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87446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Analysis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57331" y="1857364"/>
            <a:ext cx="4066797" cy="797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43042" y="2428868"/>
            <a:ext cx="3266226" cy="78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270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785918" y="3000373"/>
            <a:ext cx="3857652" cy="837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271" name="Picture 7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857356" y="3786190"/>
            <a:ext cx="2429752" cy="6572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EA78F-E057-4D4B-A9CC-93EE3FA22D92}" type="slidenum">
              <a:rPr lang="en-IN" smtClean="0"/>
              <a:pPr/>
              <a:t>17</a:t>
            </a:fld>
            <a:endParaRPr lang="en-IN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Overall execution time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74212" y="1643050"/>
            <a:ext cx="6150488" cy="17097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38597" y="3429000"/>
            <a:ext cx="7019551" cy="9810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28662" y="4733937"/>
            <a:ext cx="7341187" cy="909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EA78F-E057-4D4B-A9CC-93EE3FA22D92}" type="slidenum">
              <a:rPr lang="en-IN" smtClean="0"/>
              <a:pPr/>
              <a:t>18</a:t>
            </a:fld>
            <a:endParaRPr lang="en-IN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Using broadcast routine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70826" y="1557338"/>
            <a:ext cx="7744512" cy="48006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EA78F-E057-4D4B-A9CC-93EE3FA22D92}" type="slidenum">
              <a:rPr lang="en-IN" smtClean="0"/>
              <a:pPr/>
              <a:t>19</a:t>
            </a:fld>
            <a:endParaRPr lang="en-IN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Divide and Conquer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2409824"/>
            <a:ext cx="8286808" cy="27536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EA78F-E057-4D4B-A9CC-93EE3FA22D92}" type="slidenum">
              <a:rPr lang="en-IN" smtClean="0"/>
              <a:pPr/>
              <a:t>20</a:t>
            </a:fld>
            <a:endParaRPr lang="en-IN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Parallel version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pPr>
              <a:buNone/>
            </a:pPr>
            <a:r>
              <a:rPr lang="en-US"/>
              <a:t>				Needs 2</a:t>
            </a:r>
            <a:r>
              <a:rPr lang="en-US" baseline="30000"/>
              <a:t>m+1</a:t>
            </a:r>
            <a:r>
              <a:rPr lang="en-US"/>
              <a:t>-1 processors</a:t>
            </a:r>
            <a:endParaRPr lang="en-IN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1571612"/>
            <a:ext cx="8060343" cy="3943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EA78F-E057-4D4B-A9CC-93EE3FA22D92}" type="slidenum">
              <a:rPr lang="en-IN" smtClean="0"/>
              <a:pPr/>
              <a:t>21</a:t>
            </a:fld>
            <a:endParaRPr lang="en-IN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Parallel version (with processor reuse)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1623631"/>
            <a:ext cx="8143932" cy="43543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6643702" y="2214554"/>
            <a:ext cx="2071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Divide Operation</a:t>
            </a:r>
            <a:endParaRPr lang="en-IN" b="1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EA78F-E057-4D4B-A9CC-93EE3FA22D92}" type="slidenum">
              <a:rPr lang="en-IN" smtClean="0"/>
              <a:pPr/>
              <a:t>22</a:t>
            </a:fld>
            <a:endParaRPr lang="en-IN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contd..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348" y="1500174"/>
            <a:ext cx="7786742" cy="48361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6500826" y="5715016"/>
            <a:ext cx="2071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Conquer Operation</a:t>
            </a:r>
            <a:endParaRPr lang="en-IN" b="1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EA78F-E057-4D4B-A9CC-93EE3FA22D92}" type="slidenum">
              <a:rPr lang="en-IN" smtClean="0"/>
              <a:pPr/>
              <a:t>23</a:t>
            </a:fld>
            <a:endParaRPr lang="en-IN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Code for Process 0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2515" y="1500174"/>
            <a:ext cx="8575766" cy="4572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EA78F-E057-4D4B-A9CC-93EE3FA22D92}" type="slidenum">
              <a:rPr lang="en-IN" smtClean="0"/>
              <a:pPr/>
              <a:t>24</a:t>
            </a:fld>
            <a:endParaRPr lang="en-IN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Code for Process 4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7" y="1643050"/>
            <a:ext cx="8286808" cy="4286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EA78F-E057-4D4B-A9CC-93EE3FA22D92}" type="slidenum">
              <a:rPr lang="en-IN" smtClean="0"/>
              <a:pPr/>
              <a:t>25</a:t>
            </a:fld>
            <a:endParaRPr lang="en-IN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Parallel version (with processor reuse)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1623631"/>
            <a:ext cx="8143932" cy="43543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6643702" y="2214554"/>
            <a:ext cx="2071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Divide Operation</a:t>
            </a:r>
            <a:endParaRPr lang="en-IN" b="1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EA78F-E057-4D4B-A9CC-93EE3FA22D92}" type="slidenum">
              <a:rPr lang="en-IN" smtClean="0"/>
              <a:pPr/>
              <a:t>26</a:t>
            </a:fld>
            <a:endParaRPr lang="en-IN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1144" y="683733"/>
            <a:ext cx="8390897" cy="936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04347" y="2249542"/>
            <a:ext cx="2959541" cy="721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726754" y="3053401"/>
            <a:ext cx="2098978" cy="8546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1376293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Analysis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1643049"/>
            <a:ext cx="8324485" cy="9286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43108" y="2896660"/>
            <a:ext cx="3357586" cy="8180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71487" y="3714752"/>
            <a:ext cx="8072479" cy="10715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548561" y="4781564"/>
            <a:ext cx="2818778" cy="1147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EA78F-E057-4D4B-A9CC-93EE3FA22D92}" type="slidenum">
              <a:rPr lang="en-IN" smtClean="0"/>
              <a:pPr/>
              <a:t>27</a:t>
            </a:fld>
            <a:endParaRPr lang="en-IN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contd..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2574" y="1571612"/>
            <a:ext cx="8138696" cy="2857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0034" y="4714884"/>
            <a:ext cx="8072494" cy="10792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EA78F-E057-4D4B-A9CC-93EE3FA22D92}" type="slidenum">
              <a:rPr lang="en-IN" smtClean="0"/>
              <a:pPr/>
              <a:t>28</a:t>
            </a:fld>
            <a:endParaRPr lang="en-IN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M-</a:t>
            </a:r>
            <a:r>
              <a:rPr lang="en-US" err="1"/>
              <a:t>ary</a:t>
            </a:r>
            <a:r>
              <a:rPr lang="en-US"/>
              <a:t> divide and conquer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67472" y="1643050"/>
            <a:ext cx="8219370" cy="3571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EA78F-E057-4D4B-A9CC-93EE3FA22D92}" type="slidenum">
              <a:rPr lang="en-IN" smtClean="0"/>
              <a:pPr/>
              <a:t>29</a:t>
            </a:fld>
            <a:endParaRPr lang="en-IN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contd..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348" y="1785926"/>
            <a:ext cx="7534193" cy="37147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EA78F-E057-4D4B-A9CC-93EE3FA22D92}" type="slidenum">
              <a:rPr lang="en-IN" smtClean="0"/>
              <a:pPr/>
              <a:t>30</a:t>
            </a:fld>
            <a:endParaRPr lang="en-IN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4. Partitioning and Divide-and-Conquer Approach (BLENDED)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Sorting using bucket sort</a:t>
            </a:r>
            <a:endParaRPr lang="en-IN"/>
          </a:p>
        </p:txBody>
      </p:sp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5786" y="2214554"/>
            <a:ext cx="7643866" cy="39392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EA78F-E057-4D4B-A9CC-93EE3FA22D92}" type="slidenum">
              <a:rPr lang="en-IN" smtClean="0"/>
              <a:pPr/>
              <a:t>31</a:t>
            </a:fld>
            <a:endParaRPr lang="en-IN"/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2483768" y="2420888"/>
            <a:ext cx="936104" cy="10801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Parallel Version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EA78F-E057-4D4B-A9CC-93EE3FA22D92}" type="slidenum">
              <a:rPr lang="en-IN" smtClean="0"/>
              <a:pPr/>
              <a:t>32</a:t>
            </a:fld>
            <a:endParaRPr lang="en-IN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1285860"/>
            <a:ext cx="7869787" cy="50854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571472" y="1690196"/>
            <a:ext cx="11202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One processor for each bucket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1760" y="2446750"/>
            <a:ext cx="1334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broadcast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EA78F-E057-4D4B-A9CC-93EE3FA22D92}" type="slidenum">
              <a:rPr lang="en-IN" smtClean="0"/>
              <a:pPr/>
              <a:t>33</a:t>
            </a:fld>
            <a:endParaRPr lang="en-IN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21949" y="1320439"/>
            <a:ext cx="7869787" cy="50854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9512" y="2120537"/>
            <a:ext cx="2005271" cy="6858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71600" y="5746748"/>
            <a:ext cx="2304256" cy="481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481" y="3407619"/>
            <a:ext cx="1272188" cy="4420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0" name="Straight Arrow Connector 9"/>
          <p:cNvCxnSpPr/>
          <p:nvPr/>
        </p:nvCxnSpPr>
        <p:spPr>
          <a:xfrm flipH="1">
            <a:off x="1691680" y="2120537"/>
            <a:ext cx="1224136" cy="1563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67544" y="-48528"/>
            <a:ext cx="4464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n/p numbers are placed by each processor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 flipH="1">
            <a:off x="971600" y="274638"/>
            <a:ext cx="1728192" cy="32983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5917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contd..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EA78F-E057-4D4B-A9CC-93EE3FA22D92}" type="slidenum">
              <a:rPr lang="en-IN" smtClean="0"/>
              <a:pPr/>
              <a:t>34</a:t>
            </a:fld>
            <a:endParaRPr lang="en-IN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348" y="1236487"/>
            <a:ext cx="7642635" cy="5192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8356983" y="1700808"/>
            <a:ext cx="32981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No broadcast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contd..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EA78F-E057-4D4B-A9CC-93EE3FA22D92}" type="slidenum">
              <a:rPr lang="en-IN" smtClean="0"/>
              <a:pPr/>
              <a:t>35</a:t>
            </a:fld>
            <a:endParaRPr lang="en-IN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348" y="1236487"/>
            <a:ext cx="7642635" cy="5192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8356983" y="1700808"/>
            <a:ext cx="32981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No broadcast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1708379"/>
            <a:ext cx="19797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err="1"/>
              <a:t>tcomm</a:t>
            </a:r>
            <a:r>
              <a:rPr lang="en-IN"/>
              <a:t> 1 = </a:t>
            </a:r>
            <a:r>
              <a:rPr lang="en-IN" err="1"/>
              <a:t>tstart_up</a:t>
            </a:r>
            <a:r>
              <a:rPr lang="en-IN"/>
              <a:t> + (n/p)</a:t>
            </a:r>
            <a:r>
              <a:rPr lang="en-IN" err="1"/>
              <a:t>tdata</a:t>
            </a:r>
            <a:endParaRPr lang="en-IN"/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2640860"/>
            <a:ext cx="1043608" cy="4420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5868144" y="274638"/>
            <a:ext cx="296299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/>
              <a:t>Numbers in smaller bucket:</a:t>
            </a:r>
          </a:p>
          <a:p>
            <a:r>
              <a:rPr lang="en-IN"/>
              <a:t>n/m*p  = n/p</a:t>
            </a:r>
            <a:r>
              <a:rPr lang="en-IN" baseline="30000"/>
              <a:t>2</a:t>
            </a:r>
            <a:endParaRPr lang="en-IN"/>
          </a:p>
          <a:p>
            <a:r>
              <a:rPr lang="en-IN"/>
              <a:t>(m is the number of buckets</a:t>
            </a:r>
          </a:p>
          <a:p>
            <a:r>
              <a:rPr lang="en-IN"/>
              <a:t>P is the number of processors</a:t>
            </a:r>
          </a:p>
          <a:p>
            <a:r>
              <a:rPr lang="en-IN"/>
              <a:t>If m is same as p (n/p</a:t>
            </a:r>
            <a:r>
              <a:rPr lang="en-IN" baseline="30000"/>
              <a:t>2</a:t>
            </a:r>
            <a:r>
              <a:rPr lang="en-IN"/>
              <a:t> )</a:t>
            </a:r>
          </a:p>
          <a:p>
            <a:r>
              <a:rPr lang="en-IN"/>
              <a:t>)</a:t>
            </a:r>
          </a:p>
        </p:txBody>
      </p:sp>
      <p:pic>
        <p:nvPicPr>
          <p:cNvPr id="10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830986" y="6004149"/>
            <a:ext cx="4532741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1" name="Straight Arrow Connector 10"/>
          <p:cNvCxnSpPr/>
          <p:nvPr/>
        </p:nvCxnSpPr>
        <p:spPr>
          <a:xfrm flipV="1">
            <a:off x="1547664" y="4509120"/>
            <a:ext cx="1512168" cy="17996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V="1">
            <a:off x="2483768" y="4581128"/>
            <a:ext cx="1440160" cy="18357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V="1">
            <a:off x="4588701" y="4509120"/>
            <a:ext cx="2858729" cy="19202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633718" y="6578999"/>
            <a:ext cx="44688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/>
              <a:t>Each small bucket will </a:t>
            </a:r>
            <a:r>
              <a:rPr lang="en-IN" err="1"/>
              <a:t>comm</a:t>
            </a:r>
            <a:r>
              <a:rPr lang="en-IN"/>
              <a:t> with p-1 buckets</a:t>
            </a:r>
          </a:p>
        </p:txBody>
      </p:sp>
      <p:pic>
        <p:nvPicPr>
          <p:cNvPr id="18" name="Picture 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87825" y="6426055"/>
            <a:ext cx="2919678" cy="6096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97508444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Analysis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EA78F-E057-4D4B-A9CC-93EE3FA22D92}" type="slidenum">
              <a:rPr lang="en-IN" smtClean="0"/>
              <a:pPr/>
              <a:t>36</a:t>
            </a:fld>
            <a:endParaRPr lang="en-IN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84955" y="1671626"/>
            <a:ext cx="3358681" cy="6858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80514" y="2429757"/>
            <a:ext cx="2053461" cy="7134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4341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357422" y="4286256"/>
            <a:ext cx="4532741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4342" name="Picture 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009644" y="5033975"/>
            <a:ext cx="2919678" cy="6096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All-to-all broadcast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EA78F-E057-4D4B-A9CC-93EE3FA22D92}" type="slidenum">
              <a:rPr lang="en-IN" smtClean="0"/>
              <a:pPr/>
              <a:t>37</a:t>
            </a:fld>
            <a:endParaRPr lang="en-IN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1337" y="1720250"/>
            <a:ext cx="7433322" cy="4581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contd..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EA78F-E057-4D4B-A9CC-93EE3FA22D92}" type="slidenum">
              <a:rPr lang="en-IN" smtClean="0"/>
              <a:pPr/>
              <a:t>38</a:t>
            </a:fld>
            <a:endParaRPr lang="en-IN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28794" y="2009829"/>
            <a:ext cx="6000792" cy="3705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Implementation Note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/>
              <a:t>We can use any of the group routines while implementation:</a:t>
            </a:r>
          </a:p>
          <a:p>
            <a:r>
              <a:rPr lang="en-IN" err="1"/>
              <a:t>Alltoall</a:t>
            </a:r>
            <a:endParaRPr lang="en-IN"/>
          </a:p>
          <a:p>
            <a:r>
              <a:rPr lang="en-IN"/>
              <a:t>Reduce</a:t>
            </a:r>
          </a:p>
          <a:p>
            <a:r>
              <a:rPr lang="en-IN" err="1"/>
              <a:t>Gatherv</a:t>
            </a:r>
            <a:endParaRPr lang="en-IN"/>
          </a:p>
          <a:p>
            <a:r>
              <a:rPr lang="en-IN"/>
              <a:t>The synchronization will be taken care. All these routines are blocking.</a:t>
            </a:r>
          </a:p>
          <a:p>
            <a:r>
              <a:rPr lang="en-IN"/>
              <a:t>We need not worry if the capability of the processors are different (the child processors)</a:t>
            </a:r>
          </a:p>
          <a:p>
            <a:r>
              <a:rPr lang="en-IN"/>
              <a:t>If we use send and </a:t>
            </a:r>
            <a:r>
              <a:rPr lang="en-IN" err="1"/>
              <a:t>recv</a:t>
            </a:r>
            <a:r>
              <a:rPr lang="en-IN"/>
              <a:t> then we need to take care of the synchronization.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EA78F-E057-4D4B-A9CC-93EE3FA22D92}" type="slidenum">
              <a:rPr lang="en-IN" smtClean="0"/>
              <a:pPr/>
              <a:t>39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554851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Exercises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EA78F-E057-4D4B-A9CC-93EE3FA22D92}" type="slidenum">
              <a:rPr lang="en-IN" smtClean="0"/>
              <a:pPr/>
              <a:t>40</a:t>
            </a:fld>
            <a:endParaRPr lang="en-IN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8445" y="1571612"/>
            <a:ext cx="8196959" cy="1967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8596" y="4392999"/>
            <a:ext cx="8358246" cy="1422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contd..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EA78F-E057-4D4B-A9CC-93EE3FA22D92}" type="slidenum">
              <a:rPr lang="en-IN" smtClean="0"/>
              <a:pPr/>
              <a:t>41</a:t>
            </a:fld>
            <a:endParaRPr lang="en-IN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1571612"/>
            <a:ext cx="8215370" cy="6403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71538" y="2214554"/>
            <a:ext cx="1074972" cy="285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2000232" y="2643182"/>
            <a:ext cx="5486400" cy="3705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5. Pipelining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It is a form of functional decomposition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Consider a simple loop</a:t>
            </a:r>
          </a:p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EA78F-E057-4D4B-A9CC-93EE3FA22D92}" type="slidenum">
              <a:rPr lang="en-IN" smtClean="0"/>
              <a:pPr/>
              <a:t>42</a:t>
            </a:fld>
            <a:endParaRPr lang="en-IN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56094" y="2714620"/>
            <a:ext cx="6302054" cy="11001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33018" y="4567248"/>
            <a:ext cx="3781990" cy="11477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contd..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57298"/>
            <a:ext cx="8229600" cy="5143536"/>
          </a:xfrm>
        </p:spPr>
        <p:txBody>
          <a:bodyPr>
            <a:normAutofit/>
          </a:bodyPr>
          <a:lstStyle/>
          <a:p>
            <a:r>
              <a:rPr lang="en-US"/>
              <a:t>The loop can be unrolled as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Pipelining solution is to separate as</a:t>
            </a:r>
          </a:p>
          <a:p>
            <a:endParaRPr lang="en-US"/>
          </a:p>
          <a:p>
            <a:pPr>
              <a:buNone/>
            </a:pPr>
            <a:r>
              <a:rPr lang="en-US"/>
              <a:t>   where </a:t>
            </a:r>
            <a:r>
              <a:rPr lang="en-US" err="1"/>
              <a:t>i</a:t>
            </a:r>
            <a:r>
              <a:rPr lang="en-US" baseline="30000" err="1"/>
              <a:t>th</a:t>
            </a:r>
            <a:r>
              <a:rPr lang="en-US"/>
              <a:t> stage (processor) performs adding of </a:t>
            </a:r>
            <a:r>
              <a:rPr lang="en-US" err="1"/>
              <a:t>i</a:t>
            </a:r>
            <a:r>
              <a:rPr lang="en-US" baseline="30000" err="1"/>
              <a:t>th</a:t>
            </a:r>
            <a:r>
              <a:rPr lang="en-US"/>
              <a:t> array element to the previous accumulated sum</a:t>
            </a:r>
          </a:p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EA78F-E057-4D4B-A9CC-93EE3FA22D92}" type="slidenum">
              <a:rPr lang="en-IN" smtClean="0"/>
              <a:pPr/>
              <a:t>43</a:t>
            </a:fld>
            <a:endParaRPr lang="en-IN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488" y="1857364"/>
            <a:ext cx="2786082" cy="18769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041367" y="4271970"/>
            <a:ext cx="3325972" cy="6572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contd..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57758"/>
          </a:xfrm>
        </p:spPr>
        <p:txBody>
          <a:bodyPr/>
          <a:lstStyle/>
          <a:p>
            <a:endParaRPr lang="en-US"/>
          </a:p>
          <a:p>
            <a:endParaRPr lang="en-US"/>
          </a:p>
          <a:p>
            <a:endParaRPr lang="en-US"/>
          </a:p>
          <a:p>
            <a:pPr>
              <a:buNone/>
            </a:pPr>
            <a:r>
              <a:rPr lang="en-US"/>
              <a:t>Example: Frequency Filter</a:t>
            </a:r>
          </a:p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EA78F-E057-4D4B-A9CC-93EE3FA22D92}" type="slidenum">
              <a:rPr lang="en-IN" smtClean="0"/>
              <a:pPr/>
              <a:t>44</a:t>
            </a:fld>
            <a:endParaRPr lang="en-IN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1357298"/>
            <a:ext cx="8154550" cy="17240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0034" y="4071942"/>
            <a:ext cx="8338763" cy="1857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Types of Pipelining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/>
              <a:t>If more than one instance of the complete problem is to be executed – TYPE 1 (fetch, decode, execute)</a:t>
            </a:r>
          </a:p>
          <a:p>
            <a:pPr algn="just"/>
            <a:r>
              <a:rPr lang="en-US"/>
              <a:t>If a series of data items must be processed, each requiring multiple operations – TYPE 2</a:t>
            </a:r>
          </a:p>
          <a:p>
            <a:pPr marL="0" indent="0" algn="just">
              <a:buNone/>
            </a:pPr>
            <a:r>
              <a:rPr lang="en-US"/>
              <a:t>    Ex: (Frequency filter)</a:t>
            </a:r>
          </a:p>
          <a:p>
            <a:pPr algn="just"/>
            <a:r>
              <a:rPr lang="en-US"/>
              <a:t>If the information to start the next process can be passed forward before the process has completed all its internal operations – TYPE 3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EA78F-E057-4D4B-A9CC-93EE3FA22D92}" type="slidenum">
              <a:rPr lang="en-IN" smtClean="0"/>
              <a:pPr/>
              <a:t>45</a:t>
            </a:fld>
            <a:endParaRPr lang="en-IN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Type 1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57298"/>
            <a:ext cx="8229600" cy="5357850"/>
          </a:xfrm>
        </p:spPr>
        <p:txBody>
          <a:bodyPr>
            <a:normAutofit/>
          </a:bodyPr>
          <a:lstStyle/>
          <a:p>
            <a:r>
              <a:rPr lang="en-US" sz="2400"/>
              <a:t>Each time period is one pipeline cycle</a:t>
            </a:r>
          </a:p>
          <a:p>
            <a:r>
              <a:rPr lang="en-US" sz="2400"/>
              <a:t>Each instance of the problem requires six sequential processes. Space time diagram is shown below:</a:t>
            </a:r>
            <a:endParaRPr lang="en-IN" sz="24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EA78F-E057-4D4B-A9CC-93EE3FA22D92}" type="slidenum">
              <a:rPr lang="en-IN" smtClean="0"/>
              <a:pPr/>
              <a:t>46</a:t>
            </a:fld>
            <a:endParaRPr lang="en-IN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72399" y="2571744"/>
            <a:ext cx="8171567" cy="4181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6228184" y="1357298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>
                <a:solidFill>
                  <a:srgbClr val="FF0000"/>
                </a:solidFill>
              </a:rPr>
              <a:t>m + p -1 clock cycles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contd..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Alternate space time diagram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EA78F-E057-4D4B-A9CC-93EE3FA22D92}" type="slidenum">
              <a:rPr lang="en-IN" smtClean="0"/>
              <a:pPr/>
              <a:t>47</a:t>
            </a:fld>
            <a:endParaRPr lang="en-IN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66731" y="2286002"/>
            <a:ext cx="8077235" cy="37862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contd..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The number of pipelining cycles to execute all m instances is (m+p-1)</a:t>
            </a:r>
          </a:p>
          <a:p>
            <a:r>
              <a:rPr lang="en-US"/>
              <a:t>Average number of cycles is (m+p-1)/m (</a:t>
            </a:r>
            <a:r>
              <a:rPr lang="en-US" err="1"/>
              <a:t>i.e</a:t>
            </a:r>
            <a:r>
              <a:rPr lang="en-US"/>
              <a:t>) one cycle per problem</a:t>
            </a:r>
            <a:r>
              <a:rPr lang="en-IN"/>
              <a:t> instance for large m</a:t>
            </a:r>
          </a:p>
          <a:p>
            <a:r>
              <a:rPr lang="en-US"/>
              <a:t>One instance of the problem will be completed in each pipeline cycle after p-1 cycles (pipeline latency)</a:t>
            </a:r>
            <a:endParaRPr lang="en-IN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EA78F-E057-4D4B-A9CC-93EE3FA22D92}" type="slidenum">
              <a:rPr lang="en-IN" smtClean="0"/>
              <a:pPr/>
              <a:t>48</a:t>
            </a:fld>
            <a:endParaRPr lang="en-IN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Type 2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Here, series of data items are processed in a sequence</a:t>
            </a:r>
          </a:p>
          <a:p>
            <a:r>
              <a:rPr lang="en-US"/>
              <a:t>With p processors, and n data items, the overall execution time is (p-1)+n pipeline cycles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EA78F-E057-4D4B-A9CC-93EE3FA22D92}" type="slidenum">
              <a:rPr lang="en-IN" smtClean="0"/>
              <a:pPr/>
              <a:t>49</a:t>
            </a:fld>
            <a:endParaRPr lang="en-IN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3" y="1714488"/>
            <a:ext cx="8107023" cy="10715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contd..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EA78F-E057-4D4B-A9CC-93EE3FA22D92}" type="slidenum">
              <a:rPr lang="en-IN" smtClean="0"/>
              <a:pPr/>
              <a:t>50</a:t>
            </a:fld>
            <a:endParaRPr lang="en-IN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0007" y="1662113"/>
            <a:ext cx="7461083" cy="43386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6365564" y="1185347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>
                <a:solidFill>
                  <a:srgbClr val="FF0000"/>
                </a:solidFill>
              </a:rPr>
              <a:t>p -1 + n clock cycles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Type 3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EA78F-E057-4D4B-A9CC-93EE3FA22D92}" type="slidenum">
              <a:rPr lang="en-IN" smtClean="0"/>
              <a:pPr/>
              <a:t>51</a:t>
            </a:fld>
            <a:endParaRPr lang="en-IN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1857364"/>
            <a:ext cx="7935348" cy="38100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Type 1 - Example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Adding of list of numbers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Code for process P</a:t>
            </a:r>
            <a:r>
              <a:rPr lang="en-US" baseline="-25000"/>
              <a:t>i</a:t>
            </a:r>
          </a:p>
          <a:p>
            <a:pPr>
              <a:buNone/>
            </a:pPr>
            <a:endParaRPr lang="en-US" baseline="-250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EA78F-E057-4D4B-A9CC-93EE3FA22D92}" type="slidenum">
              <a:rPr lang="en-IN" smtClean="0"/>
              <a:pPr/>
              <a:t>52</a:t>
            </a:fld>
            <a:endParaRPr lang="en-IN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72598" y="2357430"/>
            <a:ext cx="7585616" cy="15954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25794" y="4557723"/>
            <a:ext cx="5960850" cy="15144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contd..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Code for process P</a:t>
            </a:r>
            <a:r>
              <a:rPr lang="en-US" baseline="-25000"/>
              <a:t>0</a:t>
            </a:r>
          </a:p>
          <a:p>
            <a:endParaRPr lang="en-US" baseline="-25000"/>
          </a:p>
          <a:p>
            <a:endParaRPr lang="en-US" baseline="-25000"/>
          </a:p>
          <a:p>
            <a:r>
              <a:rPr lang="en-US"/>
              <a:t>Code for process P</a:t>
            </a:r>
            <a:r>
              <a:rPr lang="en-US" baseline="-25000"/>
              <a:t>p-1</a:t>
            </a:r>
          </a:p>
          <a:p>
            <a:endParaRPr lang="en-US"/>
          </a:p>
          <a:p>
            <a:endParaRPr lang="en-US" baseline="-25000"/>
          </a:p>
          <a:p>
            <a:endParaRPr lang="en-US" baseline="-25000"/>
          </a:p>
          <a:p>
            <a:pPr lvl="4"/>
            <a:endParaRPr lang="en-US" sz="3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EA78F-E057-4D4B-A9CC-93EE3FA22D92}" type="slidenum">
              <a:rPr lang="en-IN" smtClean="0"/>
              <a:pPr/>
              <a:t>53</a:t>
            </a:fld>
            <a:endParaRPr lang="en-IN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92065" y="2190742"/>
            <a:ext cx="3332410" cy="738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36502" y="4380733"/>
            <a:ext cx="5485129" cy="78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contd..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EA78F-E057-4D4B-A9CC-93EE3FA22D92}" type="slidenum">
              <a:rPr lang="en-IN" smtClean="0"/>
              <a:pPr/>
              <a:t>54</a:t>
            </a:fld>
            <a:endParaRPr lang="en-IN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7737" y="2228845"/>
            <a:ext cx="7096163" cy="21288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Analysis for Type 1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  <a:p>
            <a:endParaRPr lang="en-US"/>
          </a:p>
          <a:p>
            <a:pPr>
              <a:buNone/>
            </a:pPr>
            <a:r>
              <a:rPr lang="en-US"/>
              <a:t>   where there are m instances of a problem, and p pipeline stages.</a:t>
            </a:r>
          </a:p>
          <a:p>
            <a:pPr>
              <a:buNone/>
            </a:pPr>
            <a:endParaRPr lang="en-US"/>
          </a:p>
          <a:p>
            <a:pPr>
              <a:buNone/>
            </a:pPr>
            <a:r>
              <a:rPr lang="en-US"/>
              <a:t>    Average time for computation is 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EA78F-E057-4D4B-A9CC-93EE3FA22D92}" type="slidenum">
              <a:rPr lang="en-IN" smtClean="0"/>
              <a:pPr/>
              <a:t>55</a:t>
            </a:fld>
            <a:endParaRPr lang="en-IN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17005" y="1714488"/>
            <a:ext cx="6526829" cy="10715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74210" y="5000638"/>
            <a:ext cx="1816903" cy="10001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Type 1 - Example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Adding of list of numbers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Code for process P</a:t>
            </a:r>
            <a:r>
              <a:rPr lang="en-US" baseline="-25000"/>
              <a:t>i</a:t>
            </a:r>
          </a:p>
          <a:p>
            <a:pPr>
              <a:buNone/>
            </a:pPr>
            <a:endParaRPr lang="en-US" baseline="-250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EA78F-E057-4D4B-A9CC-93EE3FA22D92}" type="slidenum">
              <a:rPr lang="en-IN" smtClean="0"/>
              <a:pPr/>
              <a:t>56</a:t>
            </a:fld>
            <a:endParaRPr lang="en-IN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72598" y="2357430"/>
            <a:ext cx="7585616" cy="15954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25794" y="4557723"/>
            <a:ext cx="5960850" cy="15144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213847" y="3973327"/>
            <a:ext cx="3173031" cy="9286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6" name="Straight Arrow Connector 5"/>
          <p:cNvCxnSpPr/>
          <p:nvPr/>
        </p:nvCxnSpPr>
        <p:spPr>
          <a:xfrm flipH="1">
            <a:off x="5652120" y="4135437"/>
            <a:ext cx="1512168" cy="112714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H="1">
            <a:off x="5436096" y="4725200"/>
            <a:ext cx="1440160" cy="1768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>
            <a:off x="5436096" y="4710105"/>
            <a:ext cx="1440161" cy="10271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950891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contd..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Single instance of a problem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EA78F-E057-4D4B-A9CC-93EE3FA22D92}" type="slidenum">
              <a:rPr lang="en-IN" smtClean="0"/>
              <a:pPr/>
              <a:t>57</a:t>
            </a:fld>
            <a:endParaRPr lang="en-IN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75282" y="2214554"/>
            <a:ext cx="3173031" cy="9286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31926" y="3395664"/>
            <a:ext cx="3302099" cy="6048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4340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930547" y="4090994"/>
            <a:ext cx="4070213" cy="695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6" name="Straight Arrow Connector 5"/>
          <p:cNvCxnSpPr/>
          <p:nvPr/>
        </p:nvCxnSpPr>
        <p:spPr>
          <a:xfrm>
            <a:off x="2843808" y="2924944"/>
            <a:ext cx="864096" cy="4707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4427984" y="2348880"/>
            <a:ext cx="936104" cy="11521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2555776" y="3861048"/>
            <a:ext cx="2016224" cy="3600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608984" y="4786322"/>
            <a:ext cx="388843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m+ p -1</a:t>
            </a:r>
          </a:p>
          <a:p>
            <a:r>
              <a:rPr lang="en-IN"/>
              <a:t>1(1instance)+p-1</a:t>
            </a:r>
          </a:p>
          <a:p>
            <a:r>
              <a:rPr lang="en-IN"/>
              <a:t>p</a:t>
            </a:r>
          </a:p>
          <a:p>
            <a:r>
              <a:rPr lang="en-IN"/>
              <a:t>Let p is same as n </a:t>
            </a:r>
          </a:p>
          <a:p>
            <a:r>
              <a:rPr lang="en-IN"/>
              <a:t>(number of processors same as numbers to be added)</a:t>
            </a:r>
          </a:p>
        </p:txBody>
      </p:sp>
      <p:cxnSp>
        <p:nvCxnSpPr>
          <p:cNvPr id="16" name="Straight Arrow Connector 15"/>
          <p:cNvCxnSpPr>
            <a:stCxn id="14" idx="0"/>
          </p:cNvCxnSpPr>
          <p:nvPr/>
        </p:nvCxnSpPr>
        <p:spPr>
          <a:xfrm flipH="1" flipV="1">
            <a:off x="5833120" y="4485531"/>
            <a:ext cx="720080" cy="3007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contd..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Multiple instance of a problem</a:t>
            </a:r>
          </a:p>
          <a:p>
            <a:pPr>
              <a:buNone/>
            </a:pPr>
            <a:r>
              <a:rPr lang="en-US"/>
              <a:t>		we have m groups of n numbers to add, resulting in a separate result</a:t>
            </a:r>
          </a:p>
          <a:p>
            <a:pPr>
              <a:buNone/>
            </a:pPr>
            <a:endParaRPr lang="en-US"/>
          </a:p>
          <a:p>
            <a:pPr>
              <a:buNone/>
            </a:pPr>
            <a:r>
              <a:rPr lang="en-US"/>
              <a:t>  For large m, the average execution time is approximately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EA78F-E057-4D4B-A9CC-93EE3FA22D92}" type="slidenum">
              <a:rPr lang="en-IN" smtClean="0"/>
              <a:pPr/>
              <a:t>58</a:t>
            </a:fld>
            <a:endParaRPr lang="en-IN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14770" y="3267074"/>
            <a:ext cx="5071808" cy="590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494186" y="4992578"/>
            <a:ext cx="4506706" cy="876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contd..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Data partitioning with multiple instances of a problem (each processor is adding d numbers)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EA78F-E057-4D4B-A9CC-93EE3FA22D92}" type="slidenum">
              <a:rPr lang="en-IN" smtClean="0"/>
              <a:pPr/>
              <a:t>59</a:t>
            </a:fld>
            <a:endParaRPr lang="en-IN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35736" y="2928934"/>
            <a:ext cx="4436594" cy="1376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4608984" y="4786322"/>
            <a:ext cx="3888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m+ p -1</a:t>
            </a:r>
          </a:p>
          <a:p>
            <a:r>
              <a:rPr lang="en-IN"/>
              <a:t>p  = n/d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 flipV="1">
            <a:off x="5796136" y="4221088"/>
            <a:ext cx="432048" cy="5760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Type 2 - Example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Prime Number Generation (sieve of </a:t>
            </a:r>
            <a:r>
              <a:rPr lang="en-US" err="1"/>
              <a:t>Erathosthenes</a:t>
            </a:r>
            <a:r>
              <a:rPr lang="en-US"/>
              <a:t>)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EA78F-E057-4D4B-A9CC-93EE3FA22D92}" type="slidenum">
              <a:rPr lang="en-IN" smtClean="0"/>
              <a:pPr/>
              <a:t>60</a:t>
            </a:fld>
            <a:endParaRPr lang="en-IN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85852" y="2971798"/>
            <a:ext cx="7217749" cy="814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85852" y="4143380"/>
            <a:ext cx="7217751" cy="6706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338241" y="5235122"/>
            <a:ext cx="7042092" cy="6227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Prime Numbers (Ways)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/>
              <a:t>For loop from 1 to n-1    O(n)</a:t>
            </a:r>
          </a:p>
          <a:p>
            <a:r>
              <a:rPr lang="en-IN"/>
              <a:t>For loop from 1 to n/2    O(n/2)</a:t>
            </a:r>
          </a:p>
          <a:p>
            <a:r>
              <a:rPr lang="en-IN"/>
              <a:t>For loop from 1 to </a:t>
            </a:r>
            <a:r>
              <a:rPr lang="en-IN" err="1"/>
              <a:t>sqrt</a:t>
            </a:r>
            <a:r>
              <a:rPr lang="en-IN"/>
              <a:t>(n)  O(</a:t>
            </a:r>
            <a:r>
              <a:rPr lang="en-IN" err="1"/>
              <a:t>sqrt</a:t>
            </a:r>
            <a:r>
              <a:rPr lang="en-IN"/>
              <a:t>(n)) (winner)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EA78F-E057-4D4B-A9CC-93EE3FA22D92}" type="slidenum">
              <a:rPr lang="en-IN" smtClean="0"/>
              <a:pPr/>
              <a:t>61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096134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contd..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Sequential code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EA78F-E057-4D4B-A9CC-93EE3FA22D92}" type="slidenum">
              <a:rPr lang="en-IN" smtClean="0"/>
              <a:pPr/>
              <a:t>62</a:t>
            </a:fld>
            <a:endParaRPr lang="en-IN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2357430"/>
            <a:ext cx="8596542" cy="21383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48435" y="4714884"/>
            <a:ext cx="5852457" cy="942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316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428992" y="5910809"/>
            <a:ext cx="1207301" cy="4471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contd..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Parallel version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EA78F-E057-4D4B-A9CC-93EE3FA22D92}" type="slidenum">
              <a:rPr lang="en-IN" smtClean="0"/>
              <a:pPr/>
              <a:t>63</a:t>
            </a:fld>
            <a:endParaRPr lang="en-IN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58251" y="2628900"/>
            <a:ext cx="7814277" cy="22288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971600" y="5006160"/>
            <a:ext cx="6768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No. of processors required is: </a:t>
            </a:r>
            <a:r>
              <a:rPr lang="en-IN" err="1"/>
              <a:t>sqrt</a:t>
            </a:r>
            <a:r>
              <a:rPr lang="en-IN"/>
              <a:t>(n)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251" y="5710019"/>
            <a:ext cx="74141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All processors are not working with the equal amount of data. P0 working with n numbers, P1 with less than n/2… p2 with less than n/3 and so on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contd..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Code for process Pi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EA78F-E057-4D4B-A9CC-93EE3FA22D92}" type="slidenum">
              <a:rPr lang="en-IN" smtClean="0"/>
              <a:pPr/>
              <a:t>64</a:t>
            </a:fld>
            <a:endParaRPr lang="en-IN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27101" y="2428868"/>
            <a:ext cx="6373857" cy="1571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contd..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Rewritten code (using terminator)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EA78F-E057-4D4B-A9CC-93EE3FA22D92}" type="slidenum">
              <a:rPr lang="en-IN" smtClean="0"/>
              <a:pPr/>
              <a:t>65</a:t>
            </a:fld>
            <a:endParaRPr lang="en-IN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31814" y="2393187"/>
            <a:ext cx="7254986" cy="2543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2555776" y="5335893"/>
            <a:ext cx="17643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/>
              <a:t>	</a:t>
            </a:r>
            <a:r>
              <a:rPr lang="en-US" err="1"/>
              <a:t>t</a:t>
            </a:r>
            <a:r>
              <a:rPr lang="en-US" baseline="-25000" err="1"/>
              <a:t>comp</a:t>
            </a:r>
            <a:r>
              <a:rPr lang="en-US"/>
              <a:t>=1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3635896" y="4437112"/>
            <a:ext cx="0" cy="9094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6156176" y="2117240"/>
            <a:ext cx="20145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err="1"/>
              <a:t>t</a:t>
            </a:r>
            <a:r>
              <a:rPr lang="en-US" baseline="-25000" err="1"/>
              <a:t>comm</a:t>
            </a:r>
            <a:r>
              <a:rPr lang="en-US"/>
              <a:t>=2(</a:t>
            </a:r>
            <a:r>
              <a:rPr lang="en-US" err="1"/>
              <a:t>t</a:t>
            </a:r>
            <a:r>
              <a:rPr lang="en-US" baseline="-25000" err="1"/>
              <a:t>startup</a:t>
            </a:r>
            <a:r>
              <a:rPr lang="en-US" err="1"/>
              <a:t>+t</a:t>
            </a:r>
            <a:r>
              <a:rPr lang="en-US" baseline="-25000" err="1"/>
              <a:t>data</a:t>
            </a:r>
            <a:r>
              <a:rPr lang="en-US"/>
              <a:t>)</a:t>
            </a:r>
            <a:endParaRPr lang="en-IN"/>
          </a:p>
        </p:txBody>
      </p:sp>
      <p:cxnSp>
        <p:nvCxnSpPr>
          <p:cNvPr id="11" name="Straight Arrow Connector 10"/>
          <p:cNvCxnSpPr/>
          <p:nvPr/>
        </p:nvCxnSpPr>
        <p:spPr>
          <a:xfrm flipH="1">
            <a:off x="5868144" y="2393187"/>
            <a:ext cx="1944216" cy="16838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>
            <a:off x="5220072" y="2486572"/>
            <a:ext cx="2448272" cy="10144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99592" y="5805264"/>
            <a:ext cx="69127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Let say we have -2 as the terminator to know that we need to stop receiving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Analysis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525963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/>
              <a:t>                  	</a:t>
            </a:r>
            <a:r>
              <a:rPr lang="en-US" err="1"/>
              <a:t>t</a:t>
            </a:r>
            <a:r>
              <a:rPr lang="en-US" baseline="-25000" err="1"/>
              <a:t>comp</a:t>
            </a:r>
            <a:r>
              <a:rPr lang="en-US"/>
              <a:t>=1</a:t>
            </a:r>
          </a:p>
          <a:p>
            <a:pPr>
              <a:buNone/>
            </a:pPr>
            <a:r>
              <a:rPr lang="en-US"/>
              <a:t>                  	</a:t>
            </a:r>
            <a:r>
              <a:rPr lang="en-US" err="1"/>
              <a:t>t</a:t>
            </a:r>
            <a:r>
              <a:rPr lang="en-US" baseline="-25000" err="1"/>
              <a:t>comm</a:t>
            </a:r>
            <a:r>
              <a:rPr lang="en-US"/>
              <a:t>=2(</a:t>
            </a:r>
            <a:r>
              <a:rPr lang="en-US" err="1"/>
              <a:t>t</a:t>
            </a:r>
            <a:r>
              <a:rPr lang="en-US" baseline="-25000" err="1"/>
              <a:t>startup</a:t>
            </a:r>
            <a:r>
              <a:rPr lang="en-US" err="1"/>
              <a:t>+t</a:t>
            </a:r>
            <a:r>
              <a:rPr lang="en-US" baseline="-25000" err="1"/>
              <a:t>data</a:t>
            </a:r>
            <a:r>
              <a:rPr lang="en-US"/>
              <a:t>)</a:t>
            </a:r>
          </a:p>
          <a:p>
            <a:pPr>
              <a:buNone/>
            </a:pPr>
            <a:r>
              <a:rPr lang="en-US"/>
              <a:t>                  	</a:t>
            </a:r>
            <a:r>
              <a:rPr lang="en-US" err="1"/>
              <a:t>t</a:t>
            </a:r>
            <a:r>
              <a:rPr lang="en-US" baseline="-25000" err="1"/>
              <a:t>total</a:t>
            </a:r>
            <a:r>
              <a:rPr lang="en-US"/>
              <a:t>=</a:t>
            </a:r>
            <a:r>
              <a:rPr lang="en-US" err="1"/>
              <a:t>t</a:t>
            </a:r>
            <a:r>
              <a:rPr lang="en-US" baseline="-25000" err="1"/>
              <a:t>cycle</a:t>
            </a:r>
            <a:r>
              <a:rPr lang="en-US"/>
              <a:t>*</a:t>
            </a:r>
            <a:r>
              <a:rPr lang="en-US" err="1"/>
              <a:t>no.of</a:t>
            </a:r>
            <a:r>
              <a:rPr lang="en-US"/>
              <a:t> cycles</a:t>
            </a:r>
          </a:p>
          <a:p>
            <a:pPr>
              <a:buNone/>
            </a:pPr>
            <a:r>
              <a:rPr lang="en-US"/>
              <a:t>			</a:t>
            </a:r>
            <a:r>
              <a:rPr lang="en-US" err="1"/>
              <a:t>t</a:t>
            </a:r>
            <a:r>
              <a:rPr lang="en-US" baseline="-25000" err="1"/>
              <a:t>cycle</a:t>
            </a:r>
            <a:r>
              <a:rPr lang="en-US"/>
              <a:t>= 2(</a:t>
            </a:r>
            <a:r>
              <a:rPr lang="en-US" err="1"/>
              <a:t>t</a:t>
            </a:r>
            <a:r>
              <a:rPr lang="en-US" baseline="-25000" err="1"/>
              <a:t>startup</a:t>
            </a:r>
            <a:r>
              <a:rPr lang="en-US" err="1"/>
              <a:t>+t</a:t>
            </a:r>
            <a:r>
              <a:rPr lang="en-US" baseline="-25000" err="1"/>
              <a:t>data</a:t>
            </a:r>
            <a:r>
              <a:rPr lang="en-US"/>
              <a:t>)+1</a:t>
            </a:r>
          </a:p>
          <a:p>
            <a:pPr>
              <a:buNone/>
            </a:pPr>
            <a:r>
              <a:rPr lang="en-US"/>
              <a:t>	</a:t>
            </a:r>
            <a:r>
              <a:rPr lang="en-US" sz="2200"/>
              <a:t>no. of cycles=(m+p-1)   =</a:t>
            </a:r>
          </a:p>
          <a:p>
            <a:pPr>
              <a:buNone/>
            </a:pPr>
            <a:r>
              <a:rPr lang="en-US" sz="2200"/>
              <a:t>                            m is number of instances, in this case,</a:t>
            </a:r>
          </a:p>
          <a:p>
            <a:pPr>
              <a:buNone/>
            </a:pPr>
            <a:r>
              <a:rPr lang="en-US" sz="2200"/>
              <a:t>                            m is no of data items(n), </a:t>
            </a:r>
          </a:p>
          <a:p>
            <a:pPr>
              <a:buNone/>
            </a:pPr>
            <a:r>
              <a:rPr lang="en-US" sz="2200"/>
              <a:t>                             p is number of processors (</a:t>
            </a:r>
            <a:r>
              <a:rPr lang="en-US" sz="2200" err="1"/>
              <a:t>sqrt</a:t>
            </a:r>
            <a:r>
              <a:rPr lang="en-US" sz="2200"/>
              <a:t> n)</a:t>
            </a:r>
          </a:p>
          <a:p>
            <a:pPr>
              <a:buNone/>
            </a:pPr>
            <a:r>
              <a:rPr lang="en-US"/>
              <a:t>			</a:t>
            </a:r>
            <a:r>
              <a:rPr lang="en-US" err="1"/>
              <a:t>t</a:t>
            </a:r>
            <a:r>
              <a:rPr lang="en-US" baseline="-25000" err="1"/>
              <a:t>total</a:t>
            </a:r>
            <a:r>
              <a:rPr lang="en-US"/>
              <a:t>=(2(</a:t>
            </a:r>
            <a:r>
              <a:rPr lang="en-US" err="1"/>
              <a:t>t</a:t>
            </a:r>
            <a:r>
              <a:rPr lang="en-US" baseline="-25000" err="1"/>
              <a:t>startup</a:t>
            </a:r>
            <a:r>
              <a:rPr lang="en-US" err="1"/>
              <a:t>+t</a:t>
            </a:r>
            <a:r>
              <a:rPr lang="en-US" baseline="-25000" err="1"/>
              <a:t>data</a:t>
            </a:r>
            <a:r>
              <a:rPr lang="en-US"/>
              <a:t>)+1)(                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EA78F-E057-4D4B-A9CC-93EE3FA22D92}" type="slidenum">
              <a:rPr lang="en-IN" smtClean="0"/>
              <a:pPr/>
              <a:t>66</a:t>
            </a:fld>
            <a:endParaRPr lang="en-IN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902268" y="3821950"/>
            <a:ext cx="1339463" cy="357190"/>
          </a:xfrm>
          <a:prstGeom prst="rect">
            <a:avLst/>
          </a:prstGeom>
          <a:noFill/>
        </p:spPr>
      </p:pic>
      <p:pic>
        <p:nvPicPr>
          <p:cNvPr id="10" name="Picture 5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274893" y="5445224"/>
            <a:ext cx="1339463" cy="357190"/>
          </a:xfrm>
          <a:prstGeom prst="rect">
            <a:avLst/>
          </a:prstGeom>
          <a:noFill/>
        </p:spPr>
      </p:pic>
      <p:cxnSp>
        <p:nvCxnSpPr>
          <p:cNvPr id="7" name="Straight Arrow Connector 6"/>
          <p:cNvCxnSpPr/>
          <p:nvPr/>
        </p:nvCxnSpPr>
        <p:spPr>
          <a:xfrm flipH="1" flipV="1">
            <a:off x="2051720" y="2636912"/>
            <a:ext cx="432048" cy="8640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Left Brace 7"/>
          <p:cNvSpPr/>
          <p:nvPr/>
        </p:nvSpPr>
        <p:spPr>
          <a:xfrm>
            <a:off x="1691680" y="1772816"/>
            <a:ext cx="792088" cy="864096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Type 3 - Example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686320"/>
          </a:xfrm>
        </p:spPr>
        <p:txBody>
          <a:bodyPr>
            <a:normAutofit fontScale="92500" lnSpcReduction="10000"/>
          </a:bodyPr>
          <a:lstStyle/>
          <a:p>
            <a:r>
              <a:rPr lang="en-US"/>
              <a:t>Solving system of linear equations</a:t>
            </a:r>
          </a:p>
          <a:p>
            <a:pPr>
              <a:buNone/>
            </a:pPr>
            <a:r>
              <a:rPr lang="en-US"/>
              <a:t>   Consider the upper triangular form of the linear equations:</a:t>
            </a:r>
          </a:p>
          <a:p>
            <a:pPr>
              <a:buNone/>
            </a:pPr>
            <a:endParaRPr lang="en-US"/>
          </a:p>
          <a:p>
            <a:pPr>
              <a:buNone/>
            </a:pPr>
            <a:endParaRPr lang="en-US"/>
          </a:p>
          <a:p>
            <a:pPr>
              <a:buNone/>
            </a:pPr>
            <a:endParaRPr lang="en-US"/>
          </a:p>
          <a:p>
            <a:pPr>
              <a:buNone/>
            </a:pPr>
            <a:endParaRPr lang="en-US"/>
          </a:p>
          <a:p>
            <a:pPr>
              <a:buNone/>
            </a:pPr>
            <a:r>
              <a:rPr lang="en-US"/>
              <a:t>	</a:t>
            </a:r>
          </a:p>
          <a:p>
            <a:pPr>
              <a:buNone/>
            </a:pPr>
            <a:r>
              <a:rPr lang="en-US"/>
              <a:t>    </a:t>
            </a:r>
            <a:r>
              <a:rPr lang="en-US" err="1"/>
              <a:t>a’s</a:t>
            </a:r>
            <a:r>
              <a:rPr lang="en-US"/>
              <a:t> and </a:t>
            </a:r>
            <a:r>
              <a:rPr lang="en-US" err="1"/>
              <a:t>b’s</a:t>
            </a:r>
            <a:r>
              <a:rPr lang="en-US"/>
              <a:t> are constants and x is the unknown</a:t>
            </a:r>
          </a:p>
          <a:p>
            <a:pPr>
              <a:buNone/>
            </a:pP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EA78F-E057-4D4B-A9CC-93EE3FA22D92}" type="slidenum">
              <a:rPr lang="en-IN" smtClean="0"/>
              <a:pPr/>
              <a:t>67</a:t>
            </a:fld>
            <a:endParaRPr lang="en-IN"/>
          </a:p>
        </p:txBody>
      </p:sp>
      <p:pic>
        <p:nvPicPr>
          <p:cNvPr id="860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5604" y="3143248"/>
            <a:ext cx="8055486" cy="22860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/>
              <a:t>2x + 3y + 2Z = 9</a:t>
            </a:r>
          </a:p>
          <a:p>
            <a:r>
              <a:rPr lang="en-IN"/>
              <a:t>5x + 4y          = 8</a:t>
            </a:r>
          </a:p>
          <a:p>
            <a:r>
              <a:rPr lang="en-IN"/>
              <a:t>3x                   =10</a:t>
            </a:r>
          </a:p>
          <a:p>
            <a:endParaRPr lang="en-IN"/>
          </a:p>
          <a:p>
            <a:r>
              <a:rPr lang="en-IN"/>
              <a:t>Find x first</a:t>
            </a:r>
          </a:p>
          <a:p>
            <a:r>
              <a:rPr lang="en-IN"/>
              <a:t>Find y next</a:t>
            </a:r>
          </a:p>
          <a:p>
            <a:r>
              <a:rPr lang="en-IN"/>
              <a:t>Find z next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EA78F-E057-4D4B-A9CC-93EE3FA22D92}" type="slidenum">
              <a:rPr lang="en-IN" smtClean="0"/>
              <a:pPr/>
              <a:t>68</a:t>
            </a:fld>
            <a:endParaRPr lang="en-IN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Type 3 - Example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551533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686320"/>
          </a:xfrm>
        </p:spPr>
        <p:txBody>
          <a:bodyPr>
            <a:normAutofit/>
          </a:bodyPr>
          <a:lstStyle/>
          <a:p>
            <a:pPr>
              <a:buNone/>
            </a:pPr>
            <a:endParaRPr lang="en-US"/>
          </a:p>
          <a:p>
            <a:pPr>
              <a:buNone/>
            </a:pPr>
            <a:endParaRPr lang="en-US"/>
          </a:p>
          <a:p>
            <a:pPr>
              <a:buNone/>
            </a:pPr>
            <a:endParaRPr lang="en-US"/>
          </a:p>
          <a:p>
            <a:pPr>
              <a:buNone/>
            </a:pPr>
            <a:endParaRPr lang="en-US"/>
          </a:p>
          <a:p>
            <a:pPr>
              <a:buNone/>
            </a:pPr>
            <a:r>
              <a:rPr lang="en-US"/>
              <a:t>	</a:t>
            </a:r>
          </a:p>
          <a:p>
            <a:pPr>
              <a:buNone/>
            </a:pPr>
            <a:r>
              <a:rPr lang="en-US"/>
              <a:t>    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EA78F-E057-4D4B-A9CC-93EE3FA22D92}" type="slidenum">
              <a:rPr lang="en-IN" smtClean="0"/>
              <a:pPr/>
              <a:t>69</a:t>
            </a:fld>
            <a:endParaRPr lang="en-IN"/>
          </a:p>
        </p:txBody>
      </p:sp>
      <p:pic>
        <p:nvPicPr>
          <p:cNvPr id="860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5334" y="1634326"/>
            <a:ext cx="7956555" cy="28604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5334" y="4820637"/>
            <a:ext cx="1584176" cy="10005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23610" y="4711500"/>
            <a:ext cx="2348390" cy="11353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725851" y="4769865"/>
            <a:ext cx="4402704" cy="1204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2887571" y="116632"/>
            <a:ext cx="3368858" cy="16668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87677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contd..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First find x</a:t>
            </a:r>
            <a:r>
              <a:rPr lang="en-US" baseline="-25000"/>
              <a:t>0</a:t>
            </a:r>
          </a:p>
          <a:p>
            <a:pPr>
              <a:buNone/>
            </a:pPr>
            <a:endParaRPr lang="en-US"/>
          </a:p>
          <a:p>
            <a:pPr>
              <a:buNone/>
            </a:pPr>
            <a:endParaRPr lang="en-US"/>
          </a:p>
          <a:p>
            <a:endParaRPr lang="en-US"/>
          </a:p>
          <a:p>
            <a:r>
              <a:rPr lang="en-US"/>
              <a:t>Substitute x</a:t>
            </a:r>
            <a:r>
              <a:rPr lang="en-US" baseline="-25000"/>
              <a:t>0</a:t>
            </a:r>
            <a:r>
              <a:rPr lang="en-US"/>
              <a:t> and find x</a:t>
            </a:r>
            <a:r>
              <a:rPr lang="en-US" baseline="-25000"/>
              <a:t>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EA78F-E057-4D4B-A9CC-93EE3FA22D92}" type="slidenum">
              <a:rPr lang="en-IN" smtClean="0"/>
              <a:pPr/>
              <a:t>70</a:t>
            </a:fld>
            <a:endParaRPr lang="en-IN"/>
          </a:p>
        </p:txBody>
      </p:sp>
      <p:pic>
        <p:nvPicPr>
          <p:cNvPr id="870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01569" y="2500306"/>
            <a:ext cx="1922870" cy="1214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704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764520" y="4714884"/>
            <a:ext cx="2807612" cy="1357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contd..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Now, substitute x</a:t>
            </a:r>
            <a:r>
              <a:rPr lang="en-US" baseline="-25000"/>
              <a:t>0</a:t>
            </a:r>
            <a:r>
              <a:rPr lang="en-US"/>
              <a:t> and x</a:t>
            </a:r>
            <a:r>
              <a:rPr lang="en-US" baseline="-25000"/>
              <a:t>1</a:t>
            </a:r>
            <a:r>
              <a:rPr lang="en-US"/>
              <a:t> to obtain x</a:t>
            </a:r>
            <a:r>
              <a:rPr lang="en-US" baseline="-25000"/>
              <a:t>2 </a:t>
            </a:r>
            <a:r>
              <a:rPr lang="en-US"/>
              <a:t>and so on..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The first stage of pipelining computes x</a:t>
            </a:r>
            <a:r>
              <a:rPr lang="en-US" baseline="-25000"/>
              <a:t>0</a:t>
            </a:r>
            <a:r>
              <a:rPr lang="en-US"/>
              <a:t> and passes on to second stage</a:t>
            </a:r>
          </a:p>
          <a:p>
            <a:r>
              <a:rPr lang="en-US"/>
              <a:t>Second stage computes x</a:t>
            </a:r>
            <a:r>
              <a:rPr lang="en-US" baseline="-25000"/>
              <a:t>1</a:t>
            </a:r>
            <a:r>
              <a:rPr lang="en-US"/>
              <a:t> from x</a:t>
            </a:r>
            <a:r>
              <a:rPr lang="en-US" baseline="-25000"/>
              <a:t>0</a:t>
            </a:r>
            <a:r>
              <a:rPr lang="en-US"/>
              <a:t> and passes both x</a:t>
            </a:r>
            <a:r>
              <a:rPr lang="en-US" baseline="-25000"/>
              <a:t>1</a:t>
            </a:r>
            <a:r>
              <a:rPr lang="en-US"/>
              <a:t> and x</a:t>
            </a:r>
            <a:r>
              <a:rPr lang="en-US" baseline="-25000"/>
              <a:t>0</a:t>
            </a:r>
            <a:r>
              <a:rPr lang="en-US"/>
              <a:t> to next level and so on..</a:t>
            </a:r>
          </a:p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EA78F-E057-4D4B-A9CC-93EE3FA22D92}" type="slidenum">
              <a:rPr lang="en-IN" smtClean="0"/>
              <a:pPr/>
              <a:t>71</a:t>
            </a:fld>
            <a:endParaRPr lang="en-IN"/>
          </a:p>
        </p:txBody>
      </p:sp>
      <p:pic>
        <p:nvPicPr>
          <p:cNvPr id="880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22804" y="2571744"/>
            <a:ext cx="3620832" cy="9906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contd..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Each stage is implemented with one processor</a:t>
            </a:r>
          </a:p>
          <a:p>
            <a:r>
              <a:rPr lang="en-US"/>
              <a:t>Assume there are n processors for n equations (p=n)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EA78F-E057-4D4B-A9CC-93EE3FA22D92}" type="slidenum">
              <a:rPr lang="en-IN" smtClean="0"/>
              <a:pPr/>
              <a:t>72</a:t>
            </a:fld>
            <a:endParaRPr lang="en-IN"/>
          </a:p>
        </p:txBody>
      </p:sp>
      <p:pic>
        <p:nvPicPr>
          <p:cNvPr id="890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0501" y="1643050"/>
            <a:ext cx="8193465" cy="14954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contd..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The </a:t>
            </a:r>
            <a:r>
              <a:rPr lang="en-US" err="1"/>
              <a:t>i</a:t>
            </a:r>
            <a:r>
              <a:rPr lang="en-US" baseline="30000" err="1"/>
              <a:t>th</a:t>
            </a:r>
            <a:r>
              <a:rPr lang="en-US"/>
              <a:t> process (0 &lt; </a:t>
            </a:r>
            <a:r>
              <a:rPr lang="en-US" err="1"/>
              <a:t>i</a:t>
            </a:r>
            <a:r>
              <a:rPr lang="en-US"/>
              <a:t> &lt; p) receives the values x</a:t>
            </a:r>
            <a:r>
              <a:rPr lang="en-US" baseline="-25000"/>
              <a:t>0</a:t>
            </a:r>
            <a:r>
              <a:rPr lang="en-US"/>
              <a:t>, x</a:t>
            </a:r>
            <a:r>
              <a:rPr lang="en-US" baseline="-25000"/>
              <a:t>1</a:t>
            </a:r>
            <a:r>
              <a:rPr lang="en-US"/>
              <a:t>, x</a:t>
            </a:r>
            <a:r>
              <a:rPr lang="en-US" baseline="-25000"/>
              <a:t>2</a:t>
            </a:r>
            <a:r>
              <a:rPr lang="en-US"/>
              <a:t>, …x</a:t>
            </a:r>
            <a:r>
              <a:rPr lang="en-US" baseline="-25000"/>
              <a:t>i-1</a:t>
            </a:r>
            <a:r>
              <a:rPr lang="en-US"/>
              <a:t> and computes x</a:t>
            </a:r>
            <a:r>
              <a:rPr lang="en-US" baseline="-25000"/>
              <a:t>i</a:t>
            </a:r>
            <a:r>
              <a:rPr lang="en-US"/>
              <a:t> from the equation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EA78F-E057-4D4B-A9CC-93EE3FA22D92}" type="slidenum">
              <a:rPr lang="en-IN" smtClean="0"/>
              <a:pPr/>
              <a:t>73</a:t>
            </a:fld>
            <a:endParaRPr lang="en-IN"/>
          </a:p>
        </p:txBody>
      </p:sp>
      <p:pic>
        <p:nvPicPr>
          <p:cNvPr id="901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14612" y="3119439"/>
            <a:ext cx="3368858" cy="16668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Sequential code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EA78F-E057-4D4B-A9CC-93EE3FA22D92}" type="slidenum">
              <a:rPr lang="en-IN" smtClean="0"/>
              <a:pPr/>
              <a:t>74</a:t>
            </a:fld>
            <a:endParaRPr lang="en-IN"/>
          </a:p>
        </p:txBody>
      </p:sp>
      <p:pic>
        <p:nvPicPr>
          <p:cNvPr id="911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2500306"/>
            <a:ext cx="8143932" cy="2060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4792610" y="4553709"/>
            <a:ext cx="2674990" cy="1323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Parallel code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Algorithm for P</a:t>
            </a:r>
            <a:r>
              <a:rPr lang="en-US" baseline="-25000"/>
              <a:t>i</a:t>
            </a:r>
            <a:r>
              <a:rPr lang="en-US"/>
              <a:t> (1 &lt; </a:t>
            </a:r>
            <a:r>
              <a:rPr lang="en-US" err="1"/>
              <a:t>i</a:t>
            </a:r>
            <a:r>
              <a:rPr lang="en-US"/>
              <a:t> &lt; p) is given as 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EA78F-E057-4D4B-A9CC-93EE3FA22D92}" type="slidenum">
              <a:rPr lang="en-IN" smtClean="0"/>
              <a:pPr/>
              <a:t>75</a:t>
            </a:fld>
            <a:endParaRPr lang="en-IN"/>
          </a:p>
        </p:txBody>
      </p:sp>
      <p:pic>
        <p:nvPicPr>
          <p:cNvPr id="921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67828" y="2495550"/>
            <a:ext cx="4090036" cy="32194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17804" y="2571744"/>
            <a:ext cx="3140476" cy="29289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717804" y="5313521"/>
            <a:ext cx="2674990" cy="1323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contd..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The modified code is 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EA78F-E057-4D4B-A9CC-93EE3FA22D92}" type="slidenum">
              <a:rPr lang="en-IN" smtClean="0"/>
              <a:pPr/>
              <a:t>76</a:t>
            </a:fld>
            <a:endParaRPr lang="en-IN"/>
          </a:p>
        </p:txBody>
      </p:sp>
      <p:pic>
        <p:nvPicPr>
          <p:cNvPr id="931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14732" y="2471737"/>
            <a:ext cx="4986028" cy="31004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17804" y="5313521"/>
            <a:ext cx="2674990" cy="1323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Analysis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EA78F-E057-4D4B-A9CC-93EE3FA22D92}" type="slidenum">
              <a:rPr lang="en-IN" smtClean="0"/>
              <a:pPr/>
              <a:t>77</a:t>
            </a:fld>
            <a:endParaRPr lang="en-IN"/>
          </a:p>
        </p:txBody>
      </p:sp>
      <p:pic>
        <p:nvPicPr>
          <p:cNvPr id="942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7284" y="1194674"/>
            <a:ext cx="8358246" cy="51616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39983" y="4437113"/>
            <a:ext cx="3627961" cy="2166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contd..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/>
              <a:t>First process performs one divide and one send</a:t>
            </a:r>
          </a:p>
          <a:p>
            <a:r>
              <a:rPr lang="en-US"/>
              <a:t>Each of the </a:t>
            </a:r>
            <a:r>
              <a:rPr lang="en-US" err="1"/>
              <a:t>i</a:t>
            </a:r>
            <a:r>
              <a:rPr lang="en-US" baseline="30000" err="1"/>
              <a:t>th</a:t>
            </a:r>
            <a:r>
              <a:rPr lang="en-US"/>
              <a:t> process performs </a:t>
            </a:r>
            <a:r>
              <a:rPr lang="en-US" err="1"/>
              <a:t>i</a:t>
            </a:r>
            <a:r>
              <a:rPr lang="en-US"/>
              <a:t> </a:t>
            </a:r>
            <a:r>
              <a:rPr lang="en-US" err="1"/>
              <a:t>recvs</a:t>
            </a:r>
            <a:r>
              <a:rPr lang="en-US"/>
              <a:t>() and </a:t>
            </a:r>
            <a:r>
              <a:rPr lang="en-US" err="1"/>
              <a:t>i</a:t>
            </a:r>
            <a:r>
              <a:rPr lang="en-US"/>
              <a:t> sends(), </a:t>
            </a:r>
            <a:r>
              <a:rPr lang="en-US" err="1"/>
              <a:t>i</a:t>
            </a:r>
            <a:r>
              <a:rPr lang="en-US"/>
              <a:t> multiply/add, one divide /subtract and final one send() , Total of 2i+1 communication times and 2i+2 computation steps</a:t>
            </a:r>
          </a:p>
          <a:p>
            <a:r>
              <a:rPr lang="en-US"/>
              <a:t>Last process performs, p-1 </a:t>
            </a:r>
            <a:r>
              <a:rPr lang="en-US" err="1"/>
              <a:t>recvs</a:t>
            </a:r>
            <a:r>
              <a:rPr lang="en-US"/>
              <a:t>(), p-1 multiply/add, one divide/subtract, Total of 2p computation steps and p-1 communication times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EA78F-E057-4D4B-A9CC-93EE3FA22D92}" type="slidenum">
              <a:rPr lang="en-IN" smtClean="0"/>
              <a:pPr/>
              <a:t>78</a:t>
            </a:fld>
            <a:endParaRPr lang="en-IN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contd..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Final </a:t>
            </a:r>
            <a:r>
              <a:rPr lang="en-US" err="1"/>
              <a:t>t</a:t>
            </a:r>
            <a:r>
              <a:rPr lang="en-US" baseline="-25000" err="1"/>
              <a:t>cycle</a:t>
            </a:r>
            <a:r>
              <a:rPr lang="en-US"/>
              <a:t> includes: time taken for the execution of the statements by the last process, plus, p-1 send()s plus one divide.</a:t>
            </a:r>
          </a:p>
          <a:p>
            <a:endParaRPr lang="en-US"/>
          </a:p>
          <a:p>
            <a:r>
              <a:rPr lang="en-US"/>
              <a:t>Overall complexity is O(n) </a:t>
            </a:r>
          </a:p>
          <a:p>
            <a:pPr lvl="1">
              <a:buNone/>
            </a:pPr>
            <a:r>
              <a:rPr lang="en-US"/>
              <a:t>			where n=p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EA78F-E057-4D4B-A9CC-93EE3FA22D92}" type="slidenum">
              <a:rPr lang="en-IN" smtClean="0"/>
              <a:pPr/>
              <a:t>79</a:t>
            </a:fld>
            <a:endParaRPr lang="en-IN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Exercises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EA78F-E057-4D4B-A9CC-93EE3FA22D92}" type="slidenum">
              <a:rPr lang="en-IN" smtClean="0"/>
              <a:pPr/>
              <a:t>80</a:t>
            </a:fld>
            <a:endParaRPr lang="en-IN"/>
          </a:p>
        </p:txBody>
      </p:sp>
      <p:pic>
        <p:nvPicPr>
          <p:cNvPr id="9523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1643050"/>
            <a:ext cx="8412647" cy="6524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5236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1472" y="3157539"/>
            <a:ext cx="6982421" cy="17716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6. Synchronous Computations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/>
              <a:t>Barrier</a:t>
            </a:r>
          </a:p>
          <a:p>
            <a:pPr lvl="1"/>
            <a:r>
              <a:rPr lang="en-US"/>
              <a:t>It is a mechanism that prevents any process from continuing past a specified point until all the processes are ready. </a:t>
            </a:r>
          </a:p>
          <a:p>
            <a:pPr lvl="1"/>
            <a:r>
              <a:rPr lang="en-US"/>
              <a:t>It helps in synchronizing the processes</a:t>
            </a:r>
          </a:p>
          <a:p>
            <a:pPr lvl="1"/>
            <a:r>
              <a:rPr lang="en-US"/>
              <a:t>It is applied in both shared memory and message passing systems</a:t>
            </a:r>
          </a:p>
          <a:p>
            <a:pPr lvl="1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EA78F-E057-4D4B-A9CC-93EE3FA22D92}" type="slidenum">
              <a:rPr lang="en-IN" smtClean="0"/>
              <a:pPr/>
              <a:t>81</a:t>
            </a:fld>
            <a:endParaRPr lang="en-IN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contd..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EA78F-E057-4D4B-A9CC-93EE3FA22D92}" type="slidenum">
              <a:rPr lang="en-IN" smtClean="0"/>
              <a:pPr/>
              <a:t>82</a:t>
            </a:fld>
            <a:endParaRPr lang="en-IN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45142" y="1714488"/>
            <a:ext cx="4341371" cy="42957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contd..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EA78F-E057-4D4B-A9CC-93EE3FA22D92}" type="slidenum">
              <a:rPr lang="en-IN" smtClean="0"/>
              <a:pPr/>
              <a:t>83</a:t>
            </a:fld>
            <a:endParaRPr lang="en-IN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94438" y="1995490"/>
            <a:ext cx="7420900" cy="39338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Barrier Implementations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Counter or Linear implementation</a:t>
            </a:r>
          </a:p>
          <a:p>
            <a:pPr lvl="1"/>
            <a:r>
              <a:rPr lang="en-US"/>
              <a:t>Centralized implementation</a:t>
            </a:r>
          </a:p>
          <a:p>
            <a:pPr lvl="1"/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EA78F-E057-4D4B-A9CC-93EE3FA22D92}" type="slidenum">
              <a:rPr lang="en-IN" smtClean="0"/>
              <a:pPr/>
              <a:t>84</a:t>
            </a:fld>
            <a:endParaRPr lang="en-IN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47824" y="2760970"/>
            <a:ext cx="6067447" cy="3596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contd..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Counter implementation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EA78F-E057-4D4B-A9CC-93EE3FA22D92}" type="slidenum">
              <a:rPr lang="en-IN" smtClean="0"/>
              <a:pPr/>
              <a:t>85</a:t>
            </a:fld>
            <a:endParaRPr lang="en-IN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2371" y="2647947"/>
            <a:ext cx="8334471" cy="12811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contd..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57298"/>
            <a:ext cx="8229600" cy="5214974"/>
          </a:xfrm>
        </p:spPr>
        <p:txBody>
          <a:bodyPr>
            <a:normAutofit fontScale="92500"/>
          </a:bodyPr>
          <a:lstStyle/>
          <a:p>
            <a:r>
              <a:rPr lang="en-US" sz="2800"/>
              <a:t>Implementation – arrival phase and departure phase</a:t>
            </a:r>
          </a:p>
          <a:p>
            <a:endParaRPr lang="en-US" sz="2800"/>
          </a:p>
          <a:p>
            <a:endParaRPr lang="en-US" sz="2800"/>
          </a:p>
          <a:p>
            <a:endParaRPr lang="en-US" sz="2800"/>
          </a:p>
          <a:p>
            <a:endParaRPr lang="en-US" sz="2800"/>
          </a:p>
          <a:p>
            <a:endParaRPr lang="en-US" sz="2800"/>
          </a:p>
          <a:p>
            <a:endParaRPr lang="en-US" sz="2800"/>
          </a:p>
          <a:p>
            <a:endParaRPr lang="en-US" sz="2800"/>
          </a:p>
          <a:p>
            <a:r>
              <a:rPr lang="en-US" sz="2800"/>
              <a:t>Arrival phase can also be implemented using a </a:t>
            </a:r>
            <a:r>
              <a:rPr lang="en-US" sz="2800" b="1"/>
              <a:t>gather</a:t>
            </a:r>
            <a:r>
              <a:rPr lang="en-US" sz="2800"/>
              <a:t> routine and departure phase by a </a:t>
            </a:r>
            <a:r>
              <a:rPr lang="en-US" sz="2800" b="1"/>
              <a:t>broadcast</a:t>
            </a:r>
            <a:r>
              <a:rPr lang="en-US" sz="2800"/>
              <a:t> routine</a:t>
            </a:r>
          </a:p>
          <a:p>
            <a:r>
              <a:rPr lang="en-US" sz="2800"/>
              <a:t>Complexity – O(P)</a:t>
            </a:r>
          </a:p>
          <a:p>
            <a:endParaRPr lang="en-IN" sz="28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EA78F-E057-4D4B-A9CC-93EE3FA22D92}" type="slidenum">
              <a:rPr lang="en-IN" smtClean="0"/>
              <a:pPr/>
              <a:t>86</a:t>
            </a:fld>
            <a:endParaRPr lang="en-IN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1857364"/>
            <a:ext cx="8039242" cy="3252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contd..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28736"/>
            <a:ext cx="8229600" cy="4697427"/>
          </a:xfrm>
        </p:spPr>
        <p:txBody>
          <a:bodyPr/>
          <a:lstStyle/>
          <a:p>
            <a:r>
              <a:rPr lang="en-US"/>
              <a:t>Tree implementation</a:t>
            </a:r>
          </a:p>
          <a:p>
            <a:pPr lvl="1"/>
            <a:r>
              <a:rPr lang="en-US"/>
              <a:t>Efficient method of barrier implementation </a:t>
            </a:r>
          </a:p>
          <a:p>
            <a:pPr lvl="1"/>
            <a:r>
              <a:rPr lang="en-US"/>
              <a:t>Complexity - O(2log P) ≈ O(log P)</a:t>
            </a:r>
          </a:p>
          <a:p>
            <a:pPr lvl="1"/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EA78F-E057-4D4B-A9CC-93EE3FA22D92}" type="slidenum">
              <a:rPr lang="en-IN" smtClean="0"/>
              <a:pPr/>
              <a:t>87</a:t>
            </a:fld>
            <a:endParaRPr lang="en-IN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2350" y="3286124"/>
            <a:ext cx="7445864" cy="30146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contd..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EA78F-E057-4D4B-A9CC-93EE3FA22D92}" type="slidenum">
              <a:rPr lang="en-IN" smtClean="0"/>
              <a:pPr/>
              <a:t>88</a:t>
            </a:fld>
            <a:endParaRPr lang="en-IN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504" y="474557"/>
            <a:ext cx="6034110" cy="51692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4559" y="2786706"/>
            <a:ext cx="5753903" cy="1076475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contd..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EA78F-E057-4D4B-A9CC-93EE3FA22D92}" type="slidenum">
              <a:rPr lang="en-IN" smtClean="0"/>
              <a:pPr/>
              <a:t>89</a:t>
            </a:fld>
            <a:endParaRPr lang="en-IN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504" y="474557"/>
            <a:ext cx="6034110" cy="51692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7824" y="3077404"/>
            <a:ext cx="5820587" cy="514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138828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contd..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EA78F-E057-4D4B-A9CC-93EE3FA22D92}" type="slidenum">
              <a:rPr lang="en-IN" smtClean="0"/>
              <a:pPr/>
              <a:t>90</a:t>
            </a:fld>
            <a:endParaRPr lang="en-IN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504" y="474557"/>
            <a:ext cx="6034110" cy="51692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9752" y="2924944"/>
            <a:ext cx="6401693" cy="704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832952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contd..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Butterfly barrier</a:t>
            </a:r>
          </a:p>
          <a:p>
            <a:pPr lvl="1"/>
            <a:r>
              <a:rPr lang="en-US"/>
              <a:t>Variation of tree implementation</a:t>
            </a:r>
          </a:p>
          <a:p>
            <a:pPr lvl="1"/>
            <a:r>
              <a:rPr lang="en-US"/>
              <a:t>Complexity – O(log P)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EA78F-E057-4D4B-A9CC-93EE3FA22D92}" type="slidenum">
              <a:rPr lang="en-IN" smtClean="0"/>
              <a:pPr/>
              <a:t>91</a:t>
            </a:fld>
            <a:endParaRPr lang="en-IN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4553" y="3900494"/>
            <a:ext cx="6997909" cy="13858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contd..</a:t>
            </a:r>
            <a:endParaRPr lang="en-IN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44782" y="6244118"/>
            <a:ext cx="5734850" cy="476316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EA78F-E057-4D4B-A9CC-93EE3FA22D92}" type="slidenum">
              <a:rPr lang="en-IN" smtClean="0"/>
              <a:pPr/>
              <a:t>92</a:t>
            </a:fld>
            <a:endParaRPr lang="en-IN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7200" y="1654095"/>
            <a:ext cx="8256531" cy="3571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4308" y="5312257"/>
            <a:ext cx="5792008" cy="39058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0992" y="5762078"/>
            <a:ext cx="5658640" cy="30484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Example: Data Parallel Computations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Data Parallel computation: same operation is performed on different data elements simultaneously (SIMD model)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EA78F-E057-4D4B-A9CC-93EE3FA22D92}" type="slidenum">
              <a:rPr lang="en-IN" smtClean="0"/>
              <a:pPr/>
              <a:t>93</a:t>
            </a:fld>
            <a:endParaRPr lang="en-IN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16944" y="3643314"/>
            <a:ext cx="3812444" cy="9667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contd..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A special construct in parallel programming helps to perform this </a:t>
            </a:r>
            <a:r>
              <a:rPr lang="en-US" b="1"/>
              <a:t>(</a:t>
            </a:r>
            <a:r>
              <a:rPr lang="en-US" b="1" err="1"/>
              <a:t>forall</a:t>
            </a:r>
            <a:r>
              <a:rPr lang="en-US" b="1"/>
              <a:t>)</a:t>
            </a:r>
            <a:endParaRPr lang="en-IN" b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EA78F-E057-4D4B-A9CC-93EE3FA22D92}" type="slidenum">
              <a:rPr lang="en-IN" smtClean="0"/>
              <a:pPr/>
              <a:t>94</a:t>
            </a:fld>
            <a:endParaRPr lang="en-IN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09647" y="1500174"/>
            <a:ext cx="6638928" cy="29289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316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00364" y="5595956"/>
            <a:ext cx="3950506" cy="833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Example: Prefix Sum problem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Given a list of numbers, x</a:t>
            </a:r>
            <a:r>
              <a:rPr lang="en-US" baseline="-25000"/>
              <a:t>0</a:t>
            </a:r>
            <a:r>
              <a:rPr lang="en-US"/>
              <a:t>, x</a:t>
            </a:r>
            <a:r>
              <a:rPr lang="en-US" baseline="-25000"/>
              <a:t>1</a:t>
            </a:r>
            <a:r>
              <a:rPr lang="en-US"/>
              <a:t>, … x</a:t>
            </a:r>
            <a:r>
              <a:rPr lang="en-US" baseline="-25000"/>
              <a:t>n-1</a:t>
            </a:r>
            <a:r>
              <a:rPr lang="en-US"/>
              <a:t>,  all the partial summations are computed in the prefix sum problem.</a:t>
            </a:r>
          </a:p>
          <a:p>
            <a:pPr>
              <a:buNone/>
            </a:pPr>
            <a:r>
              <a:rPr lang="en-US"/>
              <a:t>   (</a:t>
            </a:r>
            <a:r>
              <a:rPr lang="en-US" err="1"/>
              <a:t>i.e</a:t>
            </a:r>
            <a:r>
              <a:rPr lang="en-US"/>
              <a:t>) x</a:t>
            </a:r>
            <a:r>
              <a:rPr lang="en-US" baseline="-25000"/>
              <a:t>0</a:t>
            </a:r>
            <a:r>
              <a:rPr lang="en-US"/>
              <a:t>, x</a:t>
            </a:r>
            <a:r>
              <a:rPr lang="en-US" baseline="-25000"/>
              <a:t>0</a:t>
            </a:r>
            <a:r>
              <a:rPr lang="en-US"/>
              <a:t>+x</a:t>
            </a:r>
            <a:r>
              <a:rPr lang="en-US" baseline="-25000"/>
              <a:t>1</a:t>
            </a:r>
            <a:r>
              <a:rPr lang="en-US"/>
              <a:t>, x</a:t>
            </a:r>
            <a:r>
              <a:rPr lang="en-US" baseline="-25000"/>
              <a:t>0</a:t>
            </a:r>
            <a:r>
              <a:rPr lang="en-US"/>
              <a:t>+x</a:t>
            </a:r>
            <a:r>
              <a:rPr lang="en-US" baseline="-25000"/>
              <a:t>1</a:t>
            </a:r>
            <a:r>
              <a:rPr lang="en-US"/>
              <a:t>+x</a:t>
            </a:r>
            <a:r>
              <a:rPr lang="en-US" baseline="-25000"/>
              <a:t>2</a:t>
            </a:r>
            <a:r>
              <a:rPr lang="en-US"/>
              <a:t>, x</a:t>
            </a:r>
            <a:r>
              <a:rPr lang="en-US" baseline="-25000"/>
              <a:t>0</a:t>
            </a:r>
            <a:r>
              <a:rPr lang="en-US"/>
              <a:t>+x</a:t>
            </a:r>
            <a:r>
              <a:rPr lang="en-US" baseline="-25000"/>
              <a:t>1</a:t>
            </a:r>
            <a:r>
              <a:rPr lang="en-US"/>
              <a:t>+x</a:t>
            </a:r>
            <a:r>
              <a:rPr lang="en-US" baseline="-25000"/>
              <a:t>2</a:t>
            </a:r>
            <a:r>
              <a:rPr lang="en-US"/>
              <a:t>+x</a:t>
            </a:r>
            <a:r>
              <a:rPr lang="en-US" baseline="-25000"/>
              <a:t>3</a:t>
            </a:r>
            <a:r>
              <a:rPr lang="en-US"/>
              <a:t> ,</a:t>
            </a:r>
            <a:r>
              <a:rPr lang="en-US" baseline="-25000"/>
              <a:t> </a:t>
            </a:r>
            <a:r>
              <a:rPr lang="en-US"/>
              <a:t>……)</a:t>
            </a:r>
          </a:p>
          <a:p>
            <a:r>
              <a:rPr lang="en-US"/>
              <a:t>The sequential code is 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Complexity – O(n)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EA78F-E057-4D4B-A9CC-93EE3FA22D92}" type="slidenum">
              <a:rPr lang="en-IN" smtClean="0"/>
              <a:pPr/>
              <a:t>95</a:t>
            </a:fld>
            <a:endParaRPr lang="en-IN"/>
          </a:p>
        </p:txBody>
      </p:sp>
      <p:pic>
        <p:nvPicPr>
          <p:cNvPr id="14340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43042" y="4286256"/>
            <a:ext cx="3879968" cy="13096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contd..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1546"/>
            <a:ext cx="8229600" cy="5357850"/>
          </a:xfrm>
        </p:spPr>
        <p:txBody>
          <a:bodyPr/>
          <a:lstStyle/>
          <a:p>
            <a:r>
              <a:rPr lang="en-US"/>
              <a:t>Data Parallel Method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EA78F-E057-4D4B-A9CC-93EE3FA22D92}" type="slidenum">
              <a:rPr lang="en-IN" smtClean="0"/>
              <a:pPr/>
              <a:t>96</a:t>
            </a:fld>
            <a:endParaRPr lang="en-IN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95005" y="1533526"/>
            <a:ext cx="6948895" cy="51101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contd..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57298"/>
            <a:ext cx="8229600" cy="5214974"/>
          </a:xfrm>
        </p:spPr>
        <p:txBody>
          <a:bodyPr>
            <a:normAutofit/>
          </a:bodyPr>
          <a:lstStyle/>
          <a:p>
            <a:r>
              <a:rPr lang="en-US"/>
              <a:t>Sequential version (using data parallel approach)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Parallel version (for SIMD computers)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Complexity – O(</a:t>
            </a:r>
            <a:r>
              <a:rPr lang="en-US" err="1"/>
              <a:t>logn</a:t>
            </a:r>
            <a:r>
              <a:rPr lang="en-US"/>
              <a:t>) – both computations and communications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EA78F-E057-4D4B-A9CC-93EE3FA22D92}" type="slidenum">
              <a:rPr lang="en-IN" smtClean="0"/>
              <a:pPr/>
              <a:t>97</a:t>
            </a:fld>
            <a:endParaRPr lang="en-IN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512" y="2428868"/>
            <a:ext cx="8548206" cy="1285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46306" y="4214818"/>
            <a:ext cx="8654849" cy="1214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E0025EB748AB442B371624F0A72FEC3" ma:contentTypeVersion="4" ma:contentTypeDescription="Create a new document." ma:contentTypeScope="" ma:versionID="c9de2aa92d7611d9a4975bad76a0e721">
  <xsd:schema xmlns:xsd="http://www.w3.org/2001/XMLSchema" xmlns:xs="http://www.w3.org/2001/XMLSchema" xmlns:p="http://schemas.microsoft.com/office/2006/metadata/properties" xmlns:ns2="0a47fe93-93b1-4191-a45d-868da2706c5e" targetNamespace="http://schemas.microsoft.com/office/2006/metadata/properties" ma:root="true" ma:fieldsID="ecb820628e3d7b777d15673e7366edbd" ns2:_="">
    <xsd:import namespace="0a47fe93-93b1-4191-a45d-868da2706c5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47fe93-93b1-4191-a45d-868da2706c5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B94F556-388A-4CD1-9227-210037F94D6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DCF5A62-F550-4F7D-8A3B-67B8E47E165F}">
  <ds:schemaRefs>
    <ds:schemaRef ds:uri="0a47fe93-93b1-4191-a45d-868da2706c5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ED5A3F9D-5547-4E2B-9059-B2AFC097F563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97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97</vt:i4>
      </vt:variant>
    </vt:vector>
  </HeadingPairs>
  <TitlesOfParts>
    <vt:vector size="98" baseType="lpstr">
      <vt:lpstr>Office Theme</vt:lpstr>
      <vt:lpstr>Types of Parallel/Distributed Computations</vt:lpstr>
      <vt:lpstr>1. Embarrassingly Parallel Computation</vt:lpstr>
      <vt:lpstr>contd..</vt:lpstr>
      <vt:lpstr>Example</vt:lpstr>
      <vt:lpstr>Partitioning for n=48 processes</vt:lpstr>
      <vt:lpstr>Parallel code</vt:lpstr>
      <vt:lpstr>contd..</vt:lpstr>
      <vt:lpstr>Parallel code</vt:lpstr>
      <vt:lpstr>PowerPoint Presentation</vt:lpstr>
      <vt:lpstr>contd..</vt:lpstr>
      <vt:lpstr>Analysis</vt:lpstr>
      <vt:lpstr>Overall speedup</vt:lpstr>
      <vt:lpstr>2. Partitioning and Divide and Conquer</vt:lpstr>
      <vt:lpstr>Partitioning example</vt:lpstr>
      <vt:lpstr>Example-sum of n numbers</vt:lpstr>
      <vt:lpstr>Example-sum of n numbers</vt:lpstr>
      <vt:lpstr>Analysis</vt:lpstr>
      <vt:lpstr>Overall execution time</vt:lpstr>
      <vt:lpstr>Using broadcast routine</vt:lpstr>
      <vt:lpstr>3. Divide and Conquer</vt:lpstr>
      <vt:lpstr>Parallel version</vt:lpstr>
      <vt:lpstr>Parallel version (with processor reuse)</vt:lpstr>
      <vt:lpstr>contd..</vt:lpstr>
      <vt:lpstr>Code for Process 0</vt:lpstr>
      <vt:lpstr>Code for Process 4</vt:lpstr>
      <vt:lpstr>Parallel version (with processor reuse)</vt:lpstr>
      <vt:lpstr>Analysis</vt:lpstr>
      <vt:lpstr>contd..</vt:lpstr>
      <vt:lpstr>M-ary divide and conquer</vt:lpstr>
      <vt:lpstr>contd..</vt:lpstr>
      <vt:lpstr>4. Partitioning and Divide-and-Conquer Approach (BLENDED)</vt:lpstr>
      <vt:lpstr>Parallel Version</vt:lpstr>
      <vt:lpstr>PowerPoint Presentation</vt:lpstr>
      <vt:lpstr>contd..</vt:lpstr>
      <vt:lpstr>contd..</vt:lpstr>
      <vt:lpstr>Analysis</vt:lpstr>
      <vt:lpstr>All-to-all broadcast</vt:lpstr>
      <vt:lpstr>contd..</vt:lpstr>
      <vt:lpstr>Implementation Note</vt:lpstr>
      <vt:lpstr>Exercises</vt:lpstr>
      <vt:lpstr>contd..</vt:lpstr>
      <vt:lpstr>5. Pipelining</vt:lpstr>
      <vt:lpstr>contd..</vt:lpstr>
      <vt:lpstr>contd..</vt:lpstr>
      <vt:lpstr>Types of Pipelining</vt:lpstr>
      <vt:lpstr>Type 1</vt:lpstr>
      <vt:lpstr>contd..</vt:lpstr>
      <vt:lpstr>contd..</vt:lpstr>
      <vt:lpstr>Type 2</vt:lpstr>
      <vt:lpstr>contd..</vt:lpstr>
      <vt:lpstr>Type 3</vt:lpstr>
      <vt:lpstr>Type 1 - Example</vt:lpstr>
      <vt:lpstr>contd..</vt:lpstr>
      <vt:lpstr>contd..</vt:lpstr>
      <vt:lpstr>Analysis for Type 1</vt:lpstr>
      <vt:lpstr>Type 1 - Example</vt:lpstr>
      <vt:lpstr>contd..</vt:lpstr>
      <vt:lpstr>contd..</vt:lpstr>
      <vt:lpstr>contd..</vt:lpstr>
      <vt:lpstr>Type 2 - Example</vt:lpstr>
      <vt:lpstr>Prime Numbers (Ways)</vt:lpstr>
      <vt:lpstr>contd..</vt:lpstr>
      <vt:lpstr>contd..</vt:lpstr>
      <vt:lpstr>contd..</vt:lpstr>
      <vt:lpstr>contd..</vt:lpstr>
      <vt:lpstr>Analysis</vt:lpstr>
      <vt:lpstr>Type 3 - Example</vt:lpstr>
      <vt:lpstr>Type 3 - Example</vt:lpstr>
      <vt:lpstr>PowerPoint Presentation</vt:lpstr>
      <vt:lpstr>contd..</vt:lpstr>
      <vt:lpstr>contd..</vt:lpstr>
      <vt:lpstr>contd..</vt:lpstr>
      <vt:lpstr>contd..</vt:lpstr>
      <vt:lpstr>Sequential code</vt:lpstr>
      <vt:lpstr>Parallel code</vt:lpstr>
      <vt:lpstr>contd..</vt:lpstr>
      <vt:lpstr>Analysis</vt:lpstr>
      <vt:lpstr>contd..</vt:lpstr>
      <vt:lpstr>contd..</vt:lpstr>
      <vt:lpstr>Exercises</vt:lpstr>
      <vt:lpstr>6. Synchronous Computations</vt:lpstr>
      <vt:lpstr>contd..</vt:lpstr>
      <vt:lpstr>contd..</vt:lpstr>
      <vt:lpstr>Barrier Implementations</vt:lpstr>
      <vt:lpstr>contd..</vt:lpstr>
      <vt:lpstr>contd..</vt:lpstr>
      <vt:lpstr>contd..</vt:lpstr>
      <vt:lpstr>contd..</vt:lpstr>
      <vt:lpstr>contd..</vt:lpstr>
      <vt:lpstr>contd..</vt:lpstr>
      <vt:lpstr>contd..</vt:lpstr>
      <vt:lpstr>contd..</vt:lpstr>
      <vt:lpstr>Example: Data Parallel Computations</vt:lpstr>
      <vt:lpstr>contd..</vt:lpstr>
      <vt:lpstr>Example: Prefix Sum problem</vt:lpstr>
      <vt:lpstr>contd..</vt:lpstr>
      <vt:lpstr>contd..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Types of Parallel/Distributed Computations</dc:title>
  <dc:creator>HP</dc:creator>
  <cp:revision>6</cp:revision>
  <dcterms:created xsi:type="dcterms:W3CDTF">2016-02-08T15:37:08Z</dcterms:created>
  <dcterms:modified xsi:type="dcterms:W3CDTF">2026-04-26T10:03:28Z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0x010100CE0025EB748AB442B371624F0A72FEC3</vt:lpwstr>
  </property>
</Properties>
</file>